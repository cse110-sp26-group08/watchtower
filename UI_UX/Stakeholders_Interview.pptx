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111FF"/>
    <a:srgbClr val="249CFF"/>
    <a:srgbClr val="6EE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01" d="100"/>
          <a:sy n="101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background-base">
            <a:extLst>
              <a:ext uri="{FF2B5EF4-FFF2-40B4-BE49-F238E27FC236}">
                <a16:creationId xmlns:a16="http://schemas.microsoft.com/office/drawing/2014/main" id="{C4C534A7-8970-4F96-9F08-3E7C529131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80A3D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background-depth">
            <a:extLst>
              <a:ext uri="{FF2B5EF4-FFF2-40B4-BE49-F238E27FC236}">
                <a16:creationId xmlns:a16="http://schemas.microsoft.com/office/drawing/2014/main" id="{BC0A3AFD-BA14-40DC-BB64-CEF6CF3975EB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160C65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grid-v-0">
            <a:extLst>
              <a:ext uri="{FF2B5EF4-FFF2-40B4-BE49-F238E27FC236}">
                <a16:creationId xmlns:a16="http://schemas.microsoft.com/office/drawing/2014/main" id="{202722F3-A5BA-4CA2-8852-7C532DC5A9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9050" cy="1028700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grid-v-88">
            <a:extLst>
              <a:ext uri="{FF2B5EF4-FFF2-40B4-BE49-F238E27FC236}">
                <a16:creationId xmlns:a16="http://schemas.microsoft.com/office/drawing/2014/main" id="{8B45C0AC-7F3E-4F29-9B86-08383B7F8F59}"/>
              </a:ext>
            </a:extLst>
          </p:cNvPr>
          <p:cNvSpPr>
            <a:spLocks noGrp="1"/>
          </p:cNvSpPr>
          <p:nvPr/>
        </p:nvSpPr>
        <p:spPr>
          <a:xfrm>
            <a:off x="838200" y="0"/>
            <a:ext cx="19050" cy="1028700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grid-v-176">
            <a:extLst>
              <a:ext uri="{FF2B5EF4-FFF2-40B4-BE49-F238E27FC236}">
                <a16:creationId xmlns:a16="http://schemas.microsoft.com/office/drawing/2014/main" id="{6489BD3D-8C94-4CFC-8ED6-003D9524982C}"/>
              </a:ext>
            </a:extLst>
          </p:cNvPr>
          <p:cNvSpPr>
            <a:spLocks noGrp="1"/>
          </p:cNvSpPr>
          <p:nvPr/>
        </p:nvSpPr>
        <p:spPr>
          <a:xfrm>
            <a:off x="1676400" y="0"/>
            <a:ext cx="19050" cy="1028700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grid-v-264">
            <a:extLst>
              <a:ext uri="{FF2B5EF4-FFF2-40B4-BE49-F238E27FC236}">
                <a16:creationId xmlns:a16="http://schemas.microsoft.com/office/drawing/2014/main" id="{14BADA3E-E405-48A3-B8C7-E12052DBFFD5}"/>
              </a:ext>
            </a:extLst>
          </p:cNvPr>
          <p:cNvSpPr>
            <a:spLocks noGrp="1"/>
          </p:cNvSpPr>
          <p:nvPr/>
        </p:nvSpPr>
        <p:spPr>
          <a:xfrm>
            <a:off x="2514600" y="0"/>
            <a:ext cx="19050" cy="1028700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grid-v-352">
            <a:extLst>
              <a:ext uri="{FF2B5EF4-FFF2-40B4-BE49-F238E27FC236}">
                <a16:creationId xmlns:a16="http://schemas.microsoft.com/office/drawing/2014/main" id="{932BB9B8-57AD-43D6-A146-7C207B8AAAE6}"/>
              </a:ext>
            </a:extLst>
          </p:cNvPr>
          <p:cNvSpPr>
            <a:spLocks noGrp="1"/>
          </p:cNvSpPr>
          <p:nvPr/>
        </p:nvSpPr>
        <p:spPr>
          <a:xfrm>
            <a:off x="3352800" y="0"/>
            <a:ext cx="19050" cy="1028700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grid-v-440">
            <a:extLst>
              <a:ext uri="{FF2B5EF4-FFF2-40B4-BE49-F238E27FC236}">
                <a16:creationId xmlns:a16="http://schemas.microsoft.com/office/drawing/2014/main" id="{7504DABA-8408-4BA1-896B-2D0CA40F5CB9}"/>
              </a:ext>
            </a:extLst>
          </p:cNvPr>
          <p:cNvSpPr>
            <a:spLocks noGrp="1"/>
          </p:cNvSpPr>
          <p:nvPr/>
        </p:nvSpPr>
        <p:spPr>
          <a:xfrm>
            <a:off x="4191000" y="0"/>
            <a:ext cx="19050" cy="1028700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grid-v-528">
            <a:extLst>
              <a:ext uri="{FF2B5EF4-FFF2-40B4-BE49-F238E27FC236}">
                <a16:creationId xmlns:a16="http://schemas.microsoft.com/office/drawing/2014/main" id="{993085FF-5946-4BB6-B2DE-3B45DE10B7D8}"/>
              </a:ext>
            </a:extLst>
          </p:cNvPr>
          <p:cNvSpPr>
            <a:spLocks noGrp="1"/>
          </p:cNvSpPr>
          <p:nvPr/>
        </p:nvSpPr>
        <p:spPr>
          <a:xfrm>
            <a:off x="5029200" y="0"/>
            <a:ext cx="19050" cy="1028700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grid-v-616">
            <a:extLst>
              <a:ext uri="{FF2B5EF4-FFF2-40B4-BE49-F238E27FC236}">
                <a16:creationId xmlns:a16="http://schemas.microsoft.com/office/drawing/2014/main" id="{137F9584-873A-4AA8-B2A0-19BEA3FF1B14}"/>
              </a:ext>
            </a:extLst>
          </p:cNvPr>
          <p:cNvSpPr>
            <a:spLocks noGrp="1"/>
          </p:cNvSpPr>
          <p:nvPr/>
        </p:nvSpPr>
        <p:spPr>
          <a:xfrm>
            <a:off x="5867400" y="0"/>
            <a:ext cx="19050" cy="1028700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grid-v-704">
            <a:extLst>
              <a:ext uri="{FF2B5EF4-FFF2-40B4-BE49-F238E27FC236}">
                <a16:creationId xmlns:a16="http://schemas.microsoft.com/office/drawing/2014/main" id="{43FF516B-D0EA-4A1F-86C0-73B4235B621B}"/>
              </a:ext>
            </a:extLst>
          </p:cNvPr>
          <p:cNvSpPr>
            <a:spLocks noGrp="1"/>
          </p:cNvSpPr>
          <p:nvPr/>
        </p:nvSpPr>
        <p:spPr>
          <a:xfrm>
            <a:off x="6705600" y="0"/>
            <a:ext cx="19050" cy="1028700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grid-v-792">
            <a:extLst>
              <a:ext uri="{FF2B5EF4-FFF2-40B4-BE49-F238E27FC236}">
                <a16:creationId xmlns:a16="http://schemas.microsoft.com/office/drawing/2014/main" id="{D40B7CBC-271C-4E17-91E1-3EAFAAFD8C0C}"/>
              </a:ext>
            </a:extLst>
          </p:cNvPr>
          <p:cNvSpPr>
            <a:spLocks noGrp="1"/>
          </p:cNvSpPr>
          <p:nvPr/>
        </p:nvSpPr>
        <p:spPr>
          <a:xfrm>
            <a:off x="7543800" y="0"/>
            <a:ext cx="19050" cy="1028700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grid-v-880">
            <a:extLst>
              <a:ext uri="{FF2B5EF4-FFF2-40B4-BE49-F238E27FC236}">
                <a16:creationId xmlns:a16="http://schemas.microsoft.com/office/drawing/2014/main" id="{09D6D693-8206-4728-8FA0-866174C251A5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19050" cy="1028700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grid-v-968">
            <a:extLst>
              <a:ext uri="{FF2B5EF4-FFF2-40B4-BE49-F238E27FC236}">
                <a16:creationId xmlns:a16="http://schemas.microsoft.com/office/drawing/2014/main" id="{B43185E7-83C0-4B5C-BBCC-3452DDAC4617}"/>
              </a:ext>
            </a:extLst>
          </p:cNvPr>
          <p:cNvSpPr>
            <a:spLocks noGrp="1"/>
          </p:cNvSpPr>
          <p:nvPr/>
        </p:nvSpPr>
        <p:spPr>
          <a:xfrm>
            <a:off x="9220200" y="0"/>
            <a:ext cx="19050" cy="1028700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grid-v-1056">
            <a:extLst>
              <a:ext uri="{FF2B5EF4-FFF2-40B4-BE49-F238E27FC236}">
                <a16:creationId xmlns:a16="http://schemas.microsoft.com/office/drawing/2014/main" id="{F4E3B8C2-FACC-4644-806A-C0B630EE1DF1}"/>
              </a:ext>
            </a:extLst>
          </p:cNvPr>
          <p:cNvSpPr>
            <a:spLocks noGrp="1"/>
          </p:cNvSpPr>
          <p:nvPr/>
        </p:nvSpPr>
        <p:spPr>
          <a:xfrm>
            <a:off x="10058400" y="0"/>
            <a:ext cx="19050" cy="1028700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grid-v-1144">
            <a:extLst>
              <a:ext uri="{FF2B5EF4-FFF2-40B4-BE49-F238E27FC236}">
                <a16:creationId xmlns:a16="http://schemas.microsoft.com/office/drawing/2014/main" id="{C9AC24ED-D4AE-4BA1-9BDF-385BEE068819}"/>
              </a:ext>
            </a:extLst>
          </p:cNvPr>
          <p:cNvSpPr>
            <a:spLocks noGrp="1"/>
          </p:cNvSpPr>
          <p:nvPr/>
        </p:nvSpPr>
        <p:spPr>
          <a:xfrm>
            <a:off x="10896600" y="0"/>
            <a:ext cx="19050" cy="1028700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grid-v-1232">
            <a:extLst>
              <a:ext uri="{FF2B5EF4-FFF2-40B4-BE49-F238E27FC236}">
                <a16:creationId xmlns:a16="http://schemas.microsoft.com/office/drawing/2014/main" id="{54D23F2F-E074-4273-8AF8-45F3C120CB86}"/>
              </a:ext>
            </a:extLst>
          </p:cNvPr>
          <p:cNvSpPr>
            <a:spLocks noGrp="1"/>
          </p:cNvSpPr>
          <p:nvPr/>
        </p:nvSpPr>
        <p:spPr>
          <a:xfrm>
            <a:off x="11734800" y="0"/>
            <a:ext cx="19050" cy="1028700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grid-v-1320">
            <a:extLst>
              <a:ext uri="{FF2B5EF4-FFF2-40B4-BE49-F238E27FC236}">
                <a16:creationId xmlns:a16="http://schemas.microsoft.com/office/drawing/2014/main" id="{C005BF26-7AC8-493F-B247-6C80BD3F522A}"/>
              </a:ext>
            </a:extLst>
          </p:cNvPr>
          <p:cNvSpPr>
            <a:spLocks noGrp="1"/>
          </p:cNvSpPr>
          <p:nvPr/>
        </p:nvSpPr>
        <p:spPr>
          <a:xfrm>
            <a:off x="12573000" y="0"/>
            <a:ext cx="19050" cy="1028700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grid-v-1408">
            <a:extLst>
              <a:ext uri="{FF2B5EF4-FFF2-40B4-BE49-F238E27FC236}">
                <a16:creationId xmlns:a16="http://schemas.microsoft.com/office/drawing/2014/main" id="{1650E1F4-FC55-41E6-95F0-8D7432CDF091}"/>
              </a:ext>
            </a:extLst>
          </p:cNvPr>
          <p:cNvSpPr>
            <a:spLocks noGrp="1"/>
          </p:cNvSpPr>
          <p:nvPr/>
        </p:nvSpPr>
        <p:spPr>
          <a:xfrm>
            <a:off x="13411200" y="0"/>
            <a:ext cx="19050" cy="1028700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grid-v-1496">
            <a:extLst>
              <a:ext uri="{FF2B5EF4-FFF2-40B4-BE49-F238E27FC236}">
                <a16:creationId xmlns:a16="http://schemas.microsoft.com/office/drawing/2014/main" id="{0F20B3D8-3200-40E6-AE85-6007A6B2DA22}"/>
              </a:ext>
            </a:extLst>
          </p:cNvPr>
          <p:cNvSpPr>
            <a:spLocks noGrp="1"/>
          </p:cNvSpPr>
          <p:nvPr/>
        </p:nvSpPr>
        <p:spPr>
          <a:xfrm>
            <a:off x="14249400" y="0"/>
            <a:ext cx="19050" cy="1028700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grid-v-1584">
            <a:extLst>
              <a:ext uri="{FF2B5EF4-FFF2-40B4-BE49-F238E27FC236}">
                <a16:creationId xmlns:a16="http://schemas.microsoft.com/office/drawing/2014/main" id="{17AC43DB-7954-4A38-863E-A50E6E688A77}"/>
              </a:ext>
            </a:extLst>
          </p:cNvPr>
          <p:cNvSpPr>
            <a:spLocks noGrp="1"/>
          </p:cNvSpPr>
          <p:nvPr/>
        </p:nvSpPr>
        <p:spPr>
          <a:xfrm>
            <a:off x="15087600" y="0"/>
            <a:ext cx="19050" cy="1028700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grid-v-1672">
            <a:extLst>
              <a:ext uri="{FF2B5EF4-FFF2-40B4-BE49-F238E27FC236}">
                <a16:creationId xmlns:a16="http://schemas.microsoft.com/office/drawing/2014/main" id="{48336D16-1269-4B0F-A015-7A4877E36199}"/>
              </a:ext>
            </a:extLst>
          </p:cNvPr>
          <p:cNvSpPr>
            <a:spLocks noGrp="1"/>
          </p:cNvSpPr>
          <p:nvPr/>
        </p:nvSpPr>
        <p:spPr>
          <a:xfrm>
            <a:off x="15925800" y="0"/>
            <a:ext cx="19050" cy="1028700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grid-v-1760">
            <a:extLst>
              <a:ext uri="{FF2B5EF4-FFF2-40B4-BE49-F238E27FC236}">
                <a16:creationId xmlns:a16="http://schemas.microsoft.com/office/drawing/2014/main" id="{51FA10DA-BB17-4987-BA55-06F38718B40E}"/>
              </a:ext>
            </a:extLst>
          </p:cNvPr>
          <p:cNvSpPr>
            <a:spLocks noGrp="1"/>
          </p:cNvSpPr>
          <p:nvPr/>
        </p:nvSpPr>
        <p:spPr>
          <a:xfrm>
            <a:off x="16764000" y="0"/>
            <a:ext cx="19050" cy="1028700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grid-v-1848">
            <a:extLst>
              <a:ext uri="{FF2B5EF4-FFF2-40B4-BE49-F238E27FC236}">
                <a16:creationId xmlns:a16="http://schemas.microsoft.com/office/drawing/2014/main" id="{81D5C3AC-3D37-43B7-91A4-722F17DEC8FA}"/>
              </a:ext>
            </a:extLst>
          </p:cNvPr>
          <p:cNvSpPr>
            <a:spLocks noGrp="1"/>
          </p:cNvSpPr>
          <p:nvPr/>
        </p:nvSpPr>
        <p:spPr>
          <a:xfrm>
            <a:off x="17602200" y="0"/>
            <a:ext cx="19050" cy="1028700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grid-h-0">
            <a:extLst>
              <a:ext uri="{FF2B5EF4-FFF2-40B4-BE49-F238E27FC236}">
                <a16:creationId xmlns:a16="http://schemas.microsoft.com/office/drawing/2014/main" id="{25F166C3-7353-4A72-94A9-5578A3C2AB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905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grid-h-88">
            <a:extLst>
              <a:ext uri="{FF2B5EF4-FFF2-40B4-BE49-F238E27FC236}">
                <a16:creationId xmlns:a16="http://schemas.microsoft.com/office/drawing/2014/main" id="{3274D718-2B97-4242-8959-87D256055697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8288000" cy="1905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grid-h-176">
            <a:extLst>
              <a:ext uri="{FF2B5EF4-FFF2-40B4-BE49-F238E27FC236}">
                <a16:creationId xmlns:a16="http://schemas.microsoft.com/office/drawing/2014/main" id="{40FFCB37-C8D4-423A-AF8A-00A7A9647B82}"/>
              </a:ext>
            </a:extLst>
          </p:cNvPr>
          <p:cNvSpPr>
            <a:spLocks noGrp="1"/>
          </p:cNvSpPr>
          <p:nvPr/>
        </p:nvSpPr>
        <p:spPr>
          <a:xfrm>
            <a:off x="0" y="1676400"/>
            <a:ext cx="18288000" cy="1905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grid-h-264">
            <a:extLst>
              <a:ext uri="{FF2B5EF4-FFF2-40B4-BE49-F238E27FC236}">
                <a16:creationId xmlns:a16="http://schemas.microsoft.com/office/drawing/2014/main" id="{7B39FFF3-E1DE-467A-BDC2-6F14F53788F5}"/>
              </a:ext>
            </a:extLst>
          </p:cNvPr>
          <p:cNvSpPr>
            <a:spLocks noGrp="1"/>
          </p:cNvSpPr>
          <p:nvPr/>
        </p:nvSpPr>
        <p:spPr>
          <a:xfrm>
            <a:off x="0" y="2514600"/>
            <a:ext cx="18288000" cy="1905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grid-h-352">
            <a:extLst>
              <a:ext uri="{FF2B5EF4-FFF2-40B4-BE49-F238E27FC236}">
                <a16:creationId xmlns:a16="http://schemas.microsoft.com/office/drawing/2014/main" id="{A0CF5C56-822F-44A6-AAC7-60F8920C5EAB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8288000" cy="1905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grid-h-440">
            <a:extLst>
              <a:ext uri="{FF2B5EF4-FFF2-40B4-BE49-F238E27FC236}">
                <a16:creationId xmlns:a16="http://schemas.microsoft.com/office/drawing/2014/main" id="{259BF59E-B33E-4105-95A2-7A1072B9EE13}"/>
              </a:ext>
            </a:extLst>
          </p:cNvPr>
          <p:cNvSpPr>
            <a:spLocks noGrp="1"/>
          </p:cNvSpPr>
          <p:nvPr/>
        </p:nvSpPr>
        <p:spPr>
          <a:xfrm>
            <a:off x="0" y="4191000"/>
            <a:ext cx="18288000" cy="1905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grid-h-528">
            <a:extLst>
              <a:ext uri="{FF2B5EF4-FFF2-40B4-BE49-F238E27FC236}">
                <a16:creationId xmlns:a16="http://schemas.microsoft.com/office/drawing/2014/main" id="{79CC5D7C-206A-4B87-B3BD-46BE4DBBD717}"/>
              </a:ext>
            </a:extLst>
          </p:cNvPr>
          <p:cNvSpPr>
            <a:spLocks noGrp="1"/>
          </p:cNvSpPr>
          <p:nvPr/>
        </p:nvSpPr>
        <p:spPr>
          <a:xfrm>
            <a:off x="0" y="5029200"/>
            <a:ext cx="18288000" cy="1905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grid-h-616">
            <a:extLst>
              <a:ext uri="{FF2B5EF4-FFF2-40B4-BE49-F238E27FC236}">
                <a16:creationId xmlns:a16="http://schemas.microsoft.com/office/drawing/2014/main" id="{E0040669-39E7-46A3-9C08-FA81251C39CB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8288000" cy="1905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grid-h-704">
            <a:extLst>
              <a:ext uri="{FF2B5EF4-FFF2-40B4-BE49-F238E27FC236}">
                <a16:creationId xmlns:a16="http://schemas.microsoft.com/office/drawing/2014/main" id="{D5870F20-1701-45AD-907F-5C2C4EF3CA4A}"/>
              </a:ext>
            </a:extLst>
          </p:cNvPr>
          <p:cNvSpPr>
            <a:spLocks noGrp="1"/>
          </p:cNvSpPr>
          <p:nvPr/>
        </p:nvSpPr>
        <p:spPr>
          <a:xfrm>
            <a:off x="0" y="6705600"/>
            <a:ext cx="18288000" cy="1905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grid-h-792">
            <a:extLst>
              <a:ext uri="{FF2B5EF4-FFF2-40B4-BE49-F238E27FC236}">
                <a16:creationId xmlns:a16="http://schemas.microsoft.com/office/drawing/2014/main" id="{60F63076-F6BA-4E34-AE6D-4BCF8E55D89D}"/>
              </a:ext>
            </a:extLst>
          </p:cNvPr>
          <p:cNvSpPr>
            <a:spLocks noGrp="1"/>
          </p:cNvSpPr>
          <p:nvPr/>
        </p:nvSpPr>
        <p:spPr>
          <a:xfrm>
            <a:off x="0" y="7543800"/>
            <a:ext cx="18288000" cy="1905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grid-h-880">
            <a:extLst>
              <a:ext uri="{FF2B5EF4-FFF2-40B4-BE49-F238E27FC236}">
                <a16:creationId xmlns:a16="http://schemas.microsoft.com/office/drawing/2014/main" id="{8E9A523A-1B86-4A95-8371-C1347974FE9A}"/>
              </a:ext>
            </a:extLst>
          </p:cNvPr>
          <p:cNvSpPr>
            <a:spLocks noGrp="1"/>
          </p:cNvSpPr>
          <p:nvPr/>
        </p:nvSpPr>
        <p:spPr>
          <a:xfrm>
            <a:off x="0" y="8382000"/>
            <a:ext cx="18288000" cy="1905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grid-h-968">
            <a:extLst>
              <a:ext uri="{FF2B5EF4-FFF2-40B4-BE49-F238E27FC236}">
                <a16:creationId xmlns:a16="http://schemas.microsoft.com/office/drawing/2014/main" id="{611295F6-8E45-4E98-B15F-23369CE3EBC8}"/>
              </a:ext>
            </a:extLst>
          </p:cNvPr>
          <p:cNvSpPr>
            <a:spLocks noGrp="1"/>
          </p:cNvSpPr>
          <p:nvPr/>
        </p:nvSpPr>
        <p:spPr>
          <a:xfrm>
            <a:off x="0" y="9220200"/>
            <a:ext cx="18288000" cy="1905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grid-h-1056">
            <a:extLst>
              <a:ext uri="{FF2B5EF4-FFF2-40B4-BE49-F238E27FC236}">
                <a16:creationId xmlns:a16="http://schemas.microsoft.com/office/drawing/2014/main" id="{A6A2017A-10FF-405B-BE64-2601D30F76FD}"/>
              </a:ext>
            </a:extLst>
          </p:cNvPr>
          <p:cNvSpPr>
            <a:spLocks noGrp="1"/>
          </p:cNvSpPr>
          <p:nvPr/>
        </p:nvSpPr>
        <p:spPr>
          <a:xfrm>
            <a:off x="0" y="10058400"/>
            <a:ext cx="18288000" cy="1905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" name="pixel-plus-0-2">
            <a:extLst>
              <a:ext uri="{FF2B5EF4-FFF2-40B4-BE49-F238E27FC236}">
                <a16:creationId xmlns:a16="http://schemas.microsoft.com/office/drawing/2014/main" id="{C6E02173-F353-4180-8460-1EEAD4A350AD}"/>
              </a:ext>
            </a:extLst>
          </p:cNvPr>
          <p:cNvSpPr>
            <a:spLocks noGrp="1"/>
          </p:cNvSpPr>
          <p:nvPr/>
        </p:nvSpPr>
        <p:spPr>
          <a:xfrm>
            <a:off x="16459200" y="1066800"/>
            <a:ext cx="133350" cy="13335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9" name="pixel-plus-1-2">
            <a:extLst>
              <a:ext uri="{FF2B5EF4-FFF2-40B4-BE49-F238E27FC236}">
                <a16:creationId xmlns:a16="http://schemas.microsoft.com/office/drawing/2014/main" id="{3F3E4238-5C6C-46CC-956B-E731D3D5720F}"/>
              </a:ext>
            </a:extLst>
          </p:cNvPr>
          <p:cNvSpPr>
            <a:spLocks noGrp="1"/>
          </p:cNvSpPr>
          <p:nvPr/>
        </p:nvSpPr>
        <p:spPr>
          <a:xfrm>
            <a:off x="16459200" y="1200150"/>
            <a:ext cx="133350" cy="13335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pixel-plus-2-0">
            <a:extLst>
              <a:ext uri="{FF2B5EF4-FFF2-40B4-BE49-F238E27FC236}">
                <a16:creationId xmlns:a16="http://schemas.microsoft.com/office/drawing/2014/main" id="{FE2A2BEB-0DA0-47E3-95A7-CC61B4847BB8}"/>
              </a:ext>
            </a:extLst>
          </p:cNvPr>
          <p:cNvSpPr>
            <a:spLocks noGrp="1"/>
          </p:cNvSpPr>
          <p:nvPr/>
        </p:nvSpPr>
        <p:spPr>
          <a:xfrm>
            <a:off x="16192500" y="1333500"/>
            <a:ext cx="133350" cy="13335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pixel-plus-2-1">
            <a:extLst>
              <a:ext uri="{FF2B5EF4-FFF2-40B4-BE49-F238E27FC236}">
                <a16:creationId xmlns:a16="http://schemas.microsoft.com/office/drawing/2014/main" id="{12FBBB3D-38C7-4F8B-A4E9-DBE93CC64E15}"/>
              </a:ext>
            </a:extLst>
          </p:cNvPr>
          <p:cNvSpPr>
            <a:spLocks noGrp="1"/>
          </p:cNvSpPr>
          <p:nvPr/>
        </p:nvSpPr>
        <p:spPr>
          <a:xfrm>
            <a:off x="16325850" y="1333500"/>
            <a:ext cx="133350" cy="13335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" name="pixel-plus-2-2">
            <a:extLst>
              <a:ext uri="{FF2B5EF4-FFF2-40B4-BE49-F238E27FC236}">
                <a16:creationId xmlns:a16="http://schemas.microsoft.com/office/drawing/2014/main" id="{AA7DB9AF-C6D2-40EA-B332-5EC73F9E6444}"/>
              </a:ext>
            </a:extLst>
          </p:cNvPr>
          <p:cNvSpPr>
            <a:spLocks noGrp="1"/>
          </p:cNvSpPr>
          <p:nvPr/>
        </p:nvSpPr>
        <p:spPr>
          <a:xfrm>
            <a:off x="16459200" y="1333500"/>
            <a:ext cx="133350" cy="13335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3" name="pixel-plus-2-3">
            <a:extLst>
              <a:ext uri="{FF2B5EF4-FFF2-40B4-BE49-F238E27FC236}">
                <a16:creationId xmlns:a16="http://schemas.microsoft.com/office/drawing/2014/main" id="{24F41160-5464-451A-A6D8-1B055D25A48C}"/>
              </a:ext>
            </a:extLst>
          </p:cNvPr>
          <p:cNvSpPr>
            <a:spLocks noGrp="1"/>
          </p:cNvSpPr>
          <p:nvPr/>
        </p:nvSpPr>
        <p:spPr>
          <a:xfrm>
            <a:off x="16592550" y="1333500"/>
            <a:ext cx="133350" cy="13335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" name="pixel-plus-2-4">
            <a:extLst>
              <a:ext uri="{FF2B5EF4-FFF2-40B4-BE49-F238E27FC236}">
                <a16:creationId xmlns:a16="http://schemas.microsoft.com/office/drawing/2014/main" id="{9336BEC4-D675-4411-91E0-4F2E30878CBC}"/>
              </a:ext>
            </a:extLst>
          </p:cNvPr>
          <p:cNvSpPr>
            <a:spLocks noGrp="1"/>
          </p:cNvSpPr>
          <p:nvPr/>
        </p:nvSpPr>
        <p:spPr>
          <a:xfrm>
            <a:off x="16725900" y="1333500"/>
            <a:ext cx="133350" cy="13335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5" name="pixel-plus-3-2">
            <a:extLst>
              <a:ext uri="{FF2B5EF4-FFF2-40B4-BE49-F238E27FC236}">
                <a16:creationId xmlns:a16="http://schemas.microsoft.com/office/drawing/2014/main" id="{09AD0026-4FF5-44B1-87FD-6080A181C0D1}"/>
              </a:ext>
            </a:extLst>
          </p:cNvPr>
          <p:cNvSpPr>
            <a:spLocks noGrp="1"/>
          </p:cNvSpPr>
          <p:nvPr/>
        </p:nvSpPr>
        <p:spPr>
          <a:xfrm>
            <a:off x="16459200" y="1466850"/>
            <a:ext cx="133350" cy="13335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6" name="pixel-plus-4-2">
            <a:extLst>
              <a:ext uri="{FF2B5EF4-FFF2-40B4-BE49-F238E27FC236}">
                <a16:creationId xmlns:a16="http://schemas.microsoft.com/office/drawing/2014/main" id="{9EDBF03A-8870-418B-BBAD-18242FC58411}"/>
              </a:ext>
            </a:extLst>
          </p:cNvPr>
          <p:cNvSpPr>
            <a:spLocks noGrp="1"/>
          </p:cNvSpPr>
          <p:nvPr/>
        </p:nvSpPr>
        <p:spPr>
          <a:xfrm>
            <a:off x="16459200" y="1600200"/>
            <a:ext cx="133350" cy="13335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7" name="pixel-heart-0-1">
            <a:extLst>
              <a:ext uri="{FF2B5EF4-FFF2-40B4-BE49-F238E27FC236}">
                <a16:creationId xmlns:a16="http://schemas.microsoft.com/office/drawing/2014/main" id="{C820DE83-8DED-4B2B-BB20-BA2F23C834F2}"/>
              </a:ext>
            </a:extLst>
          </p:cNvPr>
          <p:cNvSpPr>
            <a:spLocks noGrp="1"/>
          </p:cNvSpPr>
          <p:nvPr/>
        </p:nvSpPr>
        <p:spPr>
          <a:xfrm>
            <a:off x="800100" y="85915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8" name="pixel-heart-0-2">
            <a:extLst>
              <a:ext uri="{FF2B5EF4-FFF2-40B4-BE49-F238E27FC236}">
                <a16:creationId xmlns:a16="http://schemas.microsoft.com/office/drawing/2014/main" id="{B727F3CC-5BED-4377-B4A0-D53787E5BBB8}"/>
              </a:ext>
            </a:extLst>
          </p:cNvPr>
          <p:cNvSpPr>
            <a:spLocks noGrp="1"/>
          </p:cNvSpPr>
          <p:nvPr/>
        </p:nvSpPr>
        <p:spPr>
          <a:xfrm>
            <a:off x="914400" y="85915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9" name="pixel-heart-0-4">
            <a:extLst>
              <a:ext uri="{FF2B5EF4-FFF2-40B4-BE49-F238E27FC236}">
                <a16:creationId xmlns:a16="http://schemas.microsoft.com/office/drawing/2014/main" id="{E89A80AB-92B4-4666-9FFF-17C9BCC34F0B}"/>
              </a:ext>
            </a:extLst>
          </p:cNvPr>
          <p:cNvSpPr>
            <a:spLocks noGrp="1"/>
          </p:cNvSpPr>
          <p:nvPr/>
        </p:nvSpPr>
        <p:spPr>
          <a:xfrm>
            <a:off x="1143000" y="85915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" name="pixel-heart-0-5">
            <a:extLst>
              <a:ext uri="{FF2B5EF4-FFF2-40B4-BE49-F238E27FC236}">
                <a16:creationId xmlns:a16="http://schemas.microsoft.com/office/drawing/2014/main" id="{7584E073-4406-473B-9156-723CF52BAB9E}"/>
              </a:ext>
            </a:extLst>
          </p:cNvPr>
          <p:cNvSpPr>
            <a:spLocks noGrp="1"/>
          </p:cNvSpPr>
          <p:nvPr/>
        </p:nvSpPr>
        <p:spPr>
          <a:xfrm>
            <a:off x="1257300" y="85915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pixel-heart-1-0">
            <a:extLst>
              <a:ext uri="{FF2B5EF4-FFF2-40B4-BE49-F238E27FC236}">
                <a16:creationId xmlns:a16="http://schemas.microsoft.com/office/drawing/2014/main" id="{7FD810D6-6926-425B-A5E7-E26E0C2DA5F8}"/>
              </a:ext>
            </a:extLst>
          </p:cNvPr>
          <p:cNvSpPr>
            <a:spLocks noGrp="1"/>
          </p:cNvSpPr>
          <p:nvPr/>
        </p:nvSpPr>
        <p:spPr>
          <a:xfrm>
            <a:off x="685800" y="87058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" name="pixel-heart-1-1">
            <a:extLst>
              <a:ext uri="{FF2B5EF4-FFF2-40B4-BE49-F238E27FC236}">
                <a16:creationId xmlns:a16="http://schemas.microsoft.com/office/drawing/2014/main" id="{A902F930-3CBF-4DFA-9600-7422D0DD1900}"/>
              </a:ext>
            </a:extLst>
          </p:cNvPr>
          <p:cNvSpPr>
            <a:spLocks noGrp="1"/>
          </p:cNvSpPr>
          <p:nvPr/>
        </p:nvSpPr>
        <p:spPr>
          <a:xfrm>
            <a:off x="800100" y="87058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3" name="pixel-heart-1-2">
            <a:extLst>
              <a:ext uri="{FF2B5EF4-FFF2-40B4-BE49-F238E27FC236}">
                <a16:creationId xmlns:a16="http://schemas.microsoft.com/office/drawing/2014/main" id="{78BE1A22-5694-46F4-B397-615CF4C42AFF}"/>
              </a:ext>
            </a:extLst>
          </p:cNvPr>
          <p:cNvSpPr>
            <a:spLocks noGrp="1"/>
          </p:cNvSpPr>
          <p:nvPr/>
        </p:nvSpPr>
        <p:spPr>
          <a:xfrm>
            <a:off x="914400" y="87058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4" name="pixel-heart-1-3">
            <a:extLst>
              <a:ext uri="{FF2B5EF4-FFF2-40B4-BE49-F238E27FC236}">
                <a16:creationId xmlns:a16="http://schemas.microsoft.com/office/drawing/2014/main" id="{AA8CB2F4-E14C-4302-BB0C-52B6C9C14F99}"/>
              </a:ext>
            </a:extLst>
          </p:cNvPr>
          <p:cNvSpPr>
            <a:spLocks noGrp="1"/>
          </p:cNvSpPr>
          <p:nvPr/>
        </p:nvSpPr>
        <p:spPr>
          <a:xfrm>
            <a:off x="1028700" y="87058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5" name="pixel-heart-1-4">
            <a:extLst>
              <a:ext uri="{FF2B5EF4-FFF2-40B4-BE49-F238E27FC236}">
                <a16:creationId xmlns:a16="http://schemas.microsoft.com/office/drawing/2014/main" id="{C9923414-5D56-4B52-91D7-DA7CCEC1A53D}"/>
              </a:ext>
            </a:extLst>
          </p:cNvPr>
          <p:cNvSpPr>
            <a:spLocks noGrp="1"/>
          </p:cNvSpPr>
          <p:nvPr/>
        </p:nvSpPr>
        <p:spPr>
          <a:xfrm>
            <a:off x="1143000" y="87058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6" name="pixel-heart-1-5">
            <a:extLst>
              <a:ext uri="{FF2B5EF4-FFF2-40B4-BE49-F238E27FC236}">
                <a16:creationId xmlns:a16="http://schemas.microsoft.com/office/drawing/2014/main" id="{6BB593A6-8622-4F66-9758-B12615CF891C}"/>
              </a:ext>
            </a:extLst>
          </p:cNvPr>
          <p:cNvSpPr>
            <a:spLocks noGrp="1"/>
          </p:cNvSpPr>
          <p:nvPr/>
        </p:nvSpPr>
        <p:spPr>
          <a:xfrm>
            <a:off x="1257300" y="87058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7" name="pixel-heart-1-6">
            <a:extLst>
              <a:ext uri="{FF2B5EF4-FFF2-40B4-BE49-F238E27FC236}">
                <a16:creationId xmlns:a16="http://schemas.microsoft.com/office/drawing/2014/main" id="{0C4711EE-9CBE-4741-8AC2-D0FE756CB525}"/>
              </a:ext>
            </a:extLst>
          </p:cNvPr>
          <p:cNvSpPr>
            <a:spLocks noGrp="1"/>
          </p:cNvSpPr>
          <p:nvPr/>
        </p:nvSpPr>
        <p:spPr>
          <a:xfrm>
            <a:off x="1371600" y="87058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8" name="pixel-heart-2-0">
            <a:extLst>
              <a:ext uri="{FF2B5EF4-FFF2-40B4-BE49-F238E27FC236}">
                <a16:creationId xmlns:a16="http://schemas.microsoft.com/office/drawing/2014/main" id="{20B1E0A4-B209-415E-BF3D-5F14473FD7D1}"/>
              </a:ext>
            </a:extLst>
          </p:cNvPr>
          <p:cNvSpPr>
            <a:spLocks noGrp="1"/>
          </p:cNvSpPr>
          <p:nvPr/>
        </p:nvSpPr>
        <p:spPr>
          <a:xfrm>
            <a:off x="685800" y="88201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9" name="pixel-heart-2-1">
            <a:extLst>
              <a:ext uri="{FF2B5EF4-FFF2-40B4-BE49-F238E27FC236}">
                <a16:creationId xmlns:a16="http://schemas.microsoft.com/office/drawing/2014/main" id="{44E29BA7-2F71-4D75-BF9E-04AC4D43755E}"/>
              </a:ext>
            </a:extLst>
          </p:cNvPr>
          <p:cNvSpPr>
            <a:spLocks noGrp="1"/>
          </p:cNvSpPr>
          <p:nvPr/>
        </p:nvSpPr>
        <p:spPr>
          <a:xfrm>
            <a:off x="800100" y="88201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" name="pixel-heart-2-2">
            <a:extLst>
              <a:ext uri="{FF2B5EF4-FFF2-40B4-BE49-F238E27FC236}">
                <a16:creationId xmlns:a16="http://schemas.microsoft.com/office/drawing/2014/main" id="{4B6FC2ED-641D-410A-AA95-34E74A9C4446}"/>
              </a:ext>
            </a:extLst>
          </p:cNvPr>
          <p:cNvSpPr>
            <a:spLocks noGrp="1"/>
          </p:cNvSpPr>
          <p:nvPr/>
        </p:nvSpPr>
        <p:spPr>
          <a:xfrm>
            <a:off x="914400" y="88201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1" name="pixel-heart-2-3">
            <a:extLst>
              <a:ext uri="{FF2B5EF4-FFF2-40B4-BE49-F238E27FC236}">
                <a16:creationId xmlns:a16="http://schemas.microsoft.com/office/drawing/2014/main" id="{6945F3B8-347A-4223-BAED-E30F504A2D10}"/>
              </a:ext>
            </a:extLst>
          </p:cNvPr>
          <p:cNvSpPr>
            <a:spLocks noGrp="1"/>
          </p:cNvSpPr>
          <p:nvPr/>
        </p:nvSpPr>
        <p:spPr>
          <a:xfrm>
            <a:off x="1028700" y="88201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2" name="pixel-heart-2-4">
            <a:extLst>
              <a:ext uri="{FF2B5EF4-FFF2-40B4-BE49-F238E27FC236}">
                <a16:creationId xmlns:a16="http://schemas.microsoft.com/office/drawing/2014/main" id="{C340CD10-2BBA-424B-A549-13782DE28999}"/>
              </a:ext>
            </a:extLst>
          </p:cNvPr>
          <p:cNvSpPr>
            <a:spLocks noGrp="1"/>
          </p:cNvSpPr>
          <p:nvPr/>
        </p:nvSpPr>
        <p:spPr>
          <a:xfrm>
            <a:off x="1143000" y="88201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3" name="pixel-heart-2-5">
            <a:extLst>
              <a:ext uri="{FF2B5EF4-FFF2-40B4-BE49-F238E27FC236}">
                <a16:creationId xmlns:a16="http://schemas.microsoft.com/office/drawing/2014/main" id="{4AD4D9DA-628C-4A60-BAD3-444DED3850C7}"/>
              </a:ext>
            </a:extLst>
          </p:cNvPr>
          <p:cNvSpPr>
            <a:spLocks noGrp="1"/>
          </p:cNvSpPr>
          <p:nvPr/>
        </p:nvSpPr>
        <p:spPr>
          <a:xfrm>
            <a:off x="1257300" y="88201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4" name="pixel-heart-2-6">
            <a:extLst>
              <a:ext uri="{FF2B5EF4-FFF2-40B4-BE49-F238E27FC236}">
                <a16:creationId xmlns:a16="http://schemas.microsoft.com/office/drawing/2014/main" id="{8239E1C0-787F-4CEE-A3BE-3A36B4EB554D}"/>
              </a:ext>
            </a:extLst>
          </p:cNvPr>
          <p:cNvSpPr>
            <a:spLocks noGrp="1"/>
          </p:cNvSpPr>
          <p:nvPr/>
        </p:nvSpPr>
        <p:spPr>
          <a:xfrm>
            <a:off x="1371600" y="88201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5" name="pixel-heart-3-1">
            <a:extLst>
              <a:ext uri="{FF2B5EF4-FFF2-40B4-BE49-F238E27FC236}">
                <a16:creationId xmlns:a16="http://schemas.microsoft.com/office/drawing/2014/main" id="{DE44A4F1-5844-4688-80C6-9D4E43D0A148}"/>
              </a:ext>
            </a:extLst>
          </p:cNvPr>
          <p:cNvSpPr>
            <a:spLocks noGrp="1"/>
          </p:cNvSpPr>
          <p:nvPr/>
        </p:nvSpPr>
        <p:spPr>
          <a:xfrm>
            <a:off x="800100" y="89344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6" name="pixel-heart-3-2">
            <a:extLst>
              <a:ext uri="{FF2B5EF4-FFF2-40B4-BE49-F238E27FC236}">
                <a16:creationId xmlns:a16="http://schemas.microsoft.com/office/drawing/2014/main" id="{01B789C3-AE5D-436E-8E96-3B9B9B103ADC}"/>
              </a:ext>
            </a:extLst>
          </p:cNvPr>
          <p:cNvSpPr>
            <a:spLocks noGrp="1"/>
          </p:cNvSpPr>
          <p:nvPr/>
        </p:nvSpPr>
        <p:spPr>
          <a:xfrm>
            <a:off x="914400" y="89344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7" name="pixel-heart-3-3">
            <a:extLst>
              <a:ext uri="{FF2B5EF4-FFF2-40B4-BE49-F238E27FC236}">
                <a16:creationId xmlns:a16="http://schemas.microsoft.com/office/drawing/2014/main" id="{2FD18244-ED7A-4F4E-9655-9A3BB61671D3}"/>
              </a:ext>
            </a:extLst>
          </p:cNvPr>
          <p:cNvSpPr>
            <a:spLocks noGrp="1"/>
          </p:cNvSpPr>
          <p:nvPr/>
        </p:nvSpPr>
        <p:spPr>
          <a:xfrm>
            <a:off x="1028700" y="89344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8" name="pixel-heart-3-4">
            <a:extLst>
              <a:ext uri="{FF2B5EF4-FFF2-40B4-BE49-F238E27FC236}">
                <a16:creationId xmlns:a16="http://schemas.microsoft.com/office/drawing/2014/main" id="{5BA9CD19-889E-402B-88AB-D8F14ECEBE60}"/>
              </a:ext>
            </a:extLst>
          </p:cNvPr>
          <p:cNvSpPr>
            <a:spLocks noGrp="1"/>
          </p:cNvSpPr>
          <p:nvPr/>
        </p:nvSpPr>
        <p:spPr>
          <a:xfrm>
            <a:off x="1143000" y="89344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9" name="pixel-heart-3-5">
            <a:extLst>
              <a:ext uri="{FF2B5EF4-FFF2-40B4-BE49-F238E27FC236}">
                <a16:creationId xmlns:a16="http://schemas.microsoft.com/office/drawing/2014/main" id="{6C5AE594-D297-43BD-9727-41E9D0B69172}"/>
              </a:ext>
            </a:extLst>
          </p:cNvPr>
          <p:cNvSpPr>
            <a:spLocks noGrp="1"/>
          </p:cNvSpPr>
          <p:nvPr/>
        </p:nvSpPr>
        <p:spPr>
          <a:xfrm>
            <a:off x="1257300" y="89344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0" name="pixel-heart-4-2">
            <a:extLst>
              <a:ext uri="{FF2B5EF4-FFF2-40B4-BE49-F238E27FC236}">
                <a16:creationId xmlns:a16="http://schemas.microsoft.com/office/drawing/2014/main" id="{18B99E58-C670-43B0-995E-9A9EA62EA6F3}"/>
              </a:ext>
            </a:extLst>
          </p:cNvPr>
          <p:cNvSpPr>
            <a:spLocks noGrp="1"/>
          </p:cNvSpPr>
          <p:nvPr/>
        </p:nvSpPr>
        <p:spPr>
          <a:xfrm>
            <a:off x="914400" y="90487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1" name="pixel-heart-4-3">
            <a:extLst>
              <a:ext uri="{FF2B5EF4-FFF2-40B4-BE49-F238E27FC236}">
                <a16:creationId xmlns:a16="http://schemas.microsoft.com/office/drawing/2014/main" id="{BF8E8CD1-8F9B-4E5C-AE44-43B95EA1E856}"/>
              </a:ext>
            </a:extLst>
          </p:cNvPr>
          <p:cNvSpPr>
            <a:spLocks noGrp="1"/>
          </p:cNvSpPr>
          <p:nvPr/>
        </p:nvSpPr>
        <p:spPr>
          <a:xfrm>
            <a:off x="1028700" y="90487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2" name="pixel-heart-4-4">
            <a:extLst>
              <a:ext uri="{FF2B5EF4-FFF2-40B4-BE49-F238E27FC236}">
                <a16:creationId xmlns:a16="http://schemas.microsoft.com/office/drawing/2014/main" id="{23FD4425-2A4C-46F1-A6EC-ECC8831807F2}"/>
              </a:ext>
            </a:extLst>
          </p:cNvPr>
          <p:cNvSpPr>
            <a:spLocks noGrp="1"/>
          </p:cNvSpPr>
          <p:nvPr/>
        </p:nvSpPr>
        <p:spPr>
          <a:xfrm>
            <a:off x="1143000" y="90487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3" name="pixel-heart-5-3">
            <a:extLst>
              <a:ext uri="{FF2B5EF4-FFF2-40B4-BE49-F238E27FC236}">
                <a16:creationId xmlns:a16="http://schemas.microsoft.com/office/drawing/2014/main" id="{957E8A0F-CEC6-4C3F-A7E3-D9D1C14B2C42}"/>
              </a:ext>
            </a:extLst>
          </p:cNvPr>
          <p:cNvSpPr>
            <a:spLocks noGrp="1"/>
          </p:cNvSpPr>
          <p:nvPr/>
        </p:nvSpPr>
        <p:spPr>
          <a:xfrm>
            <a:off x="1028700" y="91630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4" name="pixel-arrow-0-2">
            <a:extLst>
              <a:ext uri="{FF2B5EF4-FFF2-40B4-BE49-F238E27FC236}">
                <a16:creationId xmlns:a16="http://schemas.microsoft.com/office/drawing/2014/main" id="{108F4D48-114A-454D-9192-8A1C818DDAF5}"/>
              </a:ext>
            </a:extLst>
          </p:cNvPr>
          <p:cNvSpPr>
            <a:spLocks noGrp="1"/>
          </p:cNvSpPr>
          <p:nvPr/>
        </p:nvSpPr>
        <p:spPr>
          <a:xfrm>
            <a:off x="16516350" y="8553450"/>
            <a:ext cx="114300" cy="114300"/>
          </a:xfrm>
          <a:prstGeom prst="rect">
            <a:avLst/>
          </a:prstGeom>
          <a:solidFill>
            <a:srgbClr val="6EE000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5" name="pixel-arrow-1-2">
            <a:extLst>
              <a:ext uri="{FF2B5EF4-FFF2-40B4-BE49-F238E27FC236}">
                <a16:creationId xmlns:a16="http://schemas.microsoft.com/office/drawing/2014/main" id="{249C8651-1188-46E6-93A6-B444A0045CE7}"/>
              </a:ext>
            </a:extLst>
          </p:cNvPr>
          <p:cNvSpPr>
            <a:spLocks noGrp="1"/>
          </p:cNvSpPr>
          <p:nvPr/>
        </p:nvSpPr>
        <p:spPr>
          <a:xfrm>
            <a:off x="16516350" y="8667750"/>
            <a:ext cx="114300" cy="114300"/>
          </a:xfrm>
          <a:prstGeom prst="rect">
            <a:avLst/>
          </a:prstGeom>
          <a:solidFill>
            <a:srgbClr val="6EE000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6" name="pixel-arrow-1-3">
            <a:extLst>
              <a:ext uri="{FF2B5EF4-FFF2-40B4-BE49-F238E27FC236}">
                <a16:creationId xmlns:a16="http://schemas.microsoft.com/office/drawing/2014/main" id="{3629F615-617E-42E7-9B7F-8B06F6FBB5DC}"/>
              </a:ext>
            </a:extLst>
          </p:cNvPr>
          <p:cNvSpPr>
            <a:spLocks noGrp="1"/>
          </p:cNvSpPr>
          <p:nvPr/>
        </p:nvSpPr>
        <p:spPr>
          <a:xfrm>
            <a:off x="16630650" y="8667750"/>
            <a:ext cx="114300" cy="114300"/>
          </a:xfrm>
          <a:prstGeom prst="rect">
            <a:avLst/>
          </a:prstGeom>
          <a:solidFill>
            <a:srgbClr val="6EE000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7" name="pixel-arrow-2-0">
            <a:extLst>
              <a:ext uri="{FF2B5EF4-FFF2-40B4-BE49-F238E27FC236}">
                <a16:creationId xmlns:a16="http://schemas.microsoft.com/office/drawing/2014/main" id="{DA0AA90A-67A9-4A89-9201-BABF08002264}"/>
              </a:ext>
            </a:extLst>
          </p:cNvPr>
          <p:cNvSpPr>
            <a:spLocks noGrp="1"/>
          </p:cNvSpPr>
          <p:nvPr/>
        </p:nvSpPr>
        <p:spPr>
          <a:xfrm>
            <a:off x="16287750" y="8782050"/>
            <a:ext cx="114300" cy="114300"/>
          </a:xfrm>
          <a:prstGeom prst="rect">
            <a:avLst/>
          </a:prstGeom>
          <a:solidFill>
            <a:srgbClr val="6EE000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8" name="pixel-arrow-2-1">
            <a:extLst>
              <a:ext uri="{FF2B5EF4-FFF2-40B4-BE49-F238E27FC236}">
                <a16:creationId xmlns:a16="http://schemas.microsoft.com/office/drawing/2014/main" id="{3E1DE857-A079-4C0D-884C-7756A829FF8A}"/>
              </a:ext>
            </a:extLst>
          </p:cNvPr>
          <p:cNvSpPr>
            <a:spLocks noGrp="1"/>
          </p:cNvSpPr>
          <p:nvPr/>
        </p:nvSpPr>
        <p:spPr>
          <a:xfrm>
            <a:off x="16402050" y="8782050"/>
            <a:ext cx="114300" cy="114300"/>
          </a:xfrm>
          <a:prstGeom prst="rect">
            <a:avLst/>
          </a:prstGeom>
          <a:solidFill>
            <a:srgbClr val="6EE000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9" name="pixel-arrow-2-2">
            <a:extLst>
              <a:ext uri="{FF2B5EF4-FFF2-40B4-BE49-F238E27FC236}">
                <a16:creationId xmlns:a16="http://schemas.microsoft.com/office/drawing/2014/main" id="{D5CFA981-40D0-43F8-8AE8-07E24680B20C}"/>
              </a:ext>
            </a:extLst>
          </p:cNvPr>
          <p:cNvSpPr>
            <a:spLocks noGrp="1"/>
          </p:cNvSpPr>
          <p:nvPr/>
        </p:nvSpPr>
        <p:spPr>
          <a:xfrm>
            <a:off x="16516350" y="8782050"/>
            <a:ext cx="114300" cy="114300"/>
          </a:xfrm>
          <a:prstGeom prst="rect">
            <a:avLst/>
          </a:prstGeom>
          <a:solidFill>
            <a:srgbClr val="6EE000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0" name="pixel-arrow-2-3">
            <a:extLst>
              <a:ext uri="{FF2B5EF4-FFF2-40B4-BE49-F238E27FC236}">
                <a16:creationId xmlns:a16="http://schemas.microsoft.com/office/drawing/2014/main" id="{59036BC4-22AE-48FE-A406-1A8539A925DA}"/>
              </a:ext>
            </a:extLst>
          </p:cNvPr>
          <p:cNvSpPr>
            <a:spLocks noGrp="1"/>
          </p:cNvSpPr>
          <p:nvPr/>
        </p:nvSpPr>
        <p:spPr>
          <a:xfrm>
            <a:off x="16630650" y="8782050"/>
            <a:ext cx="114300" cy="114300"/>
          </a:xfrm>
          <a:prstGeom prst="rect">
            <a:avLst/>
          </a:prstGeom>
          <a:solidFill>
            <a:srgbClr val="6EE000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1" name="pixel-arrow-2-4">
            <a:extLst>
              <a:ext uri="{FF2B5EF4-FFF2-40B4-BE49-F238E27FC236}">
                <a16:creationId xmlns:a16="http://schemas.microsoft.com/office/drawing/2014/main" id="{84A29319-4B2D-42E1-8DA1-75355E7D201E}"/>
              </a:ext>
            </a:extLst>
          </p:cNvPr>
          <p:cNvSpPr>
            <a:spLocks noGrp="1"/>
          </p:cNvSpPr>
          <p:nvPr/>
        </p:nvSpPr>
        <p:spPr>
          <a:xfrm>
            <a:off x="16744950" y="8782050"/>
            <a:ext cx="114300" cy="114300"/>
          </a:xfrm>
          <a:prstGeom prst="rect">
            <a:avLst/>
          </a:prstGeom>
          <a:solidFill>
            <a:srgbClr val="6EE000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2" name="pixel-arrow-3-2">
            <a:extLst>
              <a:ext uri="{FF2B5EF4-FFF2-40B4-BE49-F238E27FC236}">
                <a16:creationId xmlns:a16="http://schemas.microsoft.com/office/drawing/2014/main" id="{AF67D8ED-3A20-4F5E-928B-F17F3DD0E509}"/>
              </a:ext>
            </a:extLst>
          </p:cNvPr>
          <p:cNvSpPr>
            <a:spLocks noGrp="1"/>
          </p:cNvSpPr>
          <p:nvPr/>
        </p:nvSpPr>
        <p:spPr>
          <a:xfrm>
            <a:off x="16516350" y="8896350"/>
            <a:ext cx="114300" cy="114300"/>
          </a:xfrm>
          <a:prstGeom prst="rect">
            <a:avLst/>
          </a:prstGeom>
          <a:solidFill>
            <a:srgbClr val="6EE000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3" name="pixel-arrow-3-3">
            <a:extLst>
              <a:ext uri="{FF2B5EF4-FFF2-40B4-BE49-F238E27FC236}">
                <a16:creationId xmlns:a16="http://schemas.microsoft.com/office/drawing/2014/main" id="{AB59106F-C2E3-4741-B388-84B4AE2B381B}"/>
              </a:ext>
            </a:extLst>
          </p:cNvPr>
          <p:cNvSpPr>
            <a:spLocks noGrp="1"/>
          </p:cNvSpPr>
          <p:nvPr/>
        </p:nvSpPr>
        <p:spPr>
          <a:xfrm>
            <a:off x="16630650" y="8896350"/>
            <a:ext cx="114300" cy="114300"/>
          </a:xfrm>
          <a:prstGeom prst="rect">
            <a:avLst/>
          </a:prstGeom>
          <a:solidFill>
            <a:srgbClr val="6EE000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4" name="pixel-arrow-4-2">
            <a:extLst>
              <a:ext uri="{FF2B5EF4-FFF2-40B4-BE49-F238E27FC236}">
                <a16:creationId xmlns:a16="http://schemas.microsoft.com/office/drawing/2014/main" id="{0589CF14-5E8C-4CAD-B6AB-309FA98C532F}"/>
              </a:ext>
            </a:extLst>
          </p:cNvPr>
          <p:cNvSpPr>
            <a:spLocks noGrp="1"/>
          </p:cNvSpPr>
          <p:nvPr/>
        </p:nvSpPr>
        <p:spPr>
          <a:xfrm>
            <a:off x="16516350" y="9010650"/>
            <a:ext cx="114300" cy="114300"/>
          </a:xfrm>
          <a:prstGeom prst="rect">
            <a:avLst/>
          </a:prstGeom>
          <a:solidFill>
            <a:srgbClr val="6EE000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5" name="footer-context">
            <a:extLst>
              <a:ext uri="{FF2B5EF4-FFF2-40B4-BE49-F238E27FC236}">
                <a16:creationId xmlns:a16="http://schemas.microsoft.com/office/drawing/2014/main" id="{82F431AE-CFE0-4066-9610-88CEE2B6FD6C}"/>
              </a:ext>
            </a:extLst>
          </p:cNvPr>
          <p:cNvSpPr>
            <a:spLocks noGrp="1"/>
          </p:cNvSpPr>
          <p:nvPr/>
        </p:nvSpPr>
        <p:spPr>
          <a:xfrm>
            <a:off x="895350" y="400050"/>
            <a:ext cx="7239000" cy="3429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350" b="0">
                <a:solidFill>
                  <a:srgbClr val="C9C6E8"/>
                </a:solidFill>
                <a:latin typeface="Consolas"/>
                <a:ea typeface="Consolas"/>
                <a:cs typeface="Consolas"/>
              </a:defRPr>
            </a:pPr>
            <a:r>
              <a:t>7 ATE 9 | CSE 110 | SPRINT 1 INTERVIEW</a:t>
            </a:r>
          </a:p>
        </p:txBody>
      </p:sp>
      <p:sp>
        <p:nvSpPr>
          <p:cNvPr id="86" name="slide-number">
            <a:extLst>
              <a:ext uri="{FF2B5EF4-FFF2-40B4-BE49-F238E27FC236}">
                <a16:creationId xmlns:a16="http://schemas.microsoft.com/office/drawing/2014/main" id="{65473150-C746-4AE0-9E45-622CD480DA2D}"/>
              </a:ext>
            </a:extLst>
          </p:cNvPr>
          <p:cNvSpPr>
            <a:spLocks noGrp="1"/>
          </p:cNvSpPr>
          <p:nvPr/>
        </p:nvSpPr>
        <p:spPr>
          <a:xfrm>
            <a:off x="16821150" y="400050"/>
            <a:ext cx="7048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r">
              <a:defRPr sz="1500" b="1">
                <a:solidFill>
                  <a:srgbClr val="B111FF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01</a:t>
            </a:r>
          </a:p>
        </p:txBody>
      </p:sp>
      <p:sp>
        <p:nvSpPr>
          <p:cNvPr id="87" name="slide-title">
            <a:extLst>
              <a:ext uri="{FF2B5EF4-FFF2-40B4-BE49-F238E27FC236}">
                <a16:creationId xmlns:a16="http://schemas.microsoft.com/office/drawing/2014/main" id="{C5C362E1-2C2A-4751-A849-8AF131570CF6}"/>
              </a:ext>
            </a:extLst>
          </p:cNvPr>
          <p:cNvSpPr>
            <a:spLocks noGrp="1"/>
          </p:cNvSpPr>
          <p:nvPr/>
        </p:nvSpPr>
        <p:spPr>
          <a:xfrm>
            <a:off x="895350" y="914400"/>
            <a:ext cx="11049000" cy="8191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4050" b="1">
                <a:solidFill>
                  <a:srgbClr val="F6F3FF"/>
                </a:solidFill>
                <a:latin typeface="Bahnschrift"/>
                <a:ea typeface="Bahnschrift"/>
                <a:cs typeface="Bahnschrift"/>
              </a:defRPr>
            </a:pPr>
            <a:r>
              <a:t>Our Understanding</a:t>
            </a:r>
          </a:p>
        </p:txBody>
      </p:sp>
      <p:sp>
        <p:nvSpPr>
          <p:cNvPr id="88" name="slide-subtitle">
            <a:extLst>
              <a:ext uri="{FF2B5EF4-FFF2-40B4-BE49-F238E27FC236}">
                <a16:creationId xmlns:a16="http://schemas.microsoft.com/office/drawing/2014/main" id="{18861A50-34B7-43DD-ADF8-DB2502CB7DC9}"/>
              </a:ext>
            </a:extLst>
          </p:cNvPr>
          <p:cNvSpPr>
            <a:spLocks noGrp="1"/>
          </p:cNvSpPr>
          <p:nvPr/>
        </p:nvSpPr>
        <p:spPr>
          <a:xfrm>
            <a:off x="933450" y="1657350"/>
            <a:ext cx="933450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650" b="0">
                <a:solidFill>
                  <a:srgbClr val="C9C6E8"/>
                </a:solidFill>
                <a:latin typeface="Aptos"/>
                <a:ea typeface="Aptos"/>
                <a:cs typeface="Aptos"/>
              </a:defRPr>
            </a:pPr>
            <a:r>
              <a:t>WatchTower as a lightweight observability tool for web apps</a:t>
            </a:r>
          </a:p>
        </p:txBody>
      </p:sp>
      <p:sp>
        <p:nvSpPr>
          <p:cNvPr id="89" name="title-rule">
            <a:extLst>
              <a:ext uri="{FF2B5EF4-FFF2-40B4-BE49-F238E27FC236}">
                <a16:creationId xmlns:a16="http://schemas.microsoft.com/office/drawing/2014/main" id="{6B371882-3DBA-45E0-A565-B7F4CBEA2C91}"/>
              </a:ext>
            </a:extLst>
          </p:cNvPr>
          <p:cNvSpPr>
            <a:spLocks noGrp="1"/>
          </p:cNvSpPr>
          <p:nvPr/>
        </p:nvSpPr>
        <p:spPr>
          <a:xfrm>
            <a:off x="914400" y="2133600"/>
            <a:ext cx="2190750" cy="47625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90" name="Picture 8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616113" y="742950"/>
            <a:ext cx="2200275" cy="1466850"/>
          </a:xfrm>
          <a:prstGeom prst="roundRect">
            <a:avLst/>
          </a:prstGeom>
        </p:spPr>
      </p:pic>
      <p:sp>
        <p:nvSpPr>
          <p:cNvPr id="91" name="watchtower-wordmark">
            <a:extLst>
              <a:ext uri="{FF2B5EF4-FFF2-40B4-BE49-F238E27FC236}">
                <a16:creationId xmlns:a16="http://schemas.microsoft.com/office/drawing/2014/main" id="{0F937682-73C2-46BA-9D7F-F4BCE2B1F7A0}"/>
              </a:ext>
            </a:extLst>
          </p:cNvPr>
          <p:cNvSpPr>
            <a:spLocks noGrp="1"/>
          </p:cNvSpPr>
          <p:nvPr/>
        </p:nvSpPr>
        <p:spPr>
          <a:xfrm>
            <a:off x="914400" y="2781300"/>
            <a:ext cx="7239000" cy="11049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6150" b="1">
                <a:solidFill>
                  <a:srgbClr val="F6F3FF"/>
                </a:solidFill>
                <a:latin typeface="Bahnschrift"/>
                <a:ea typeface="Bahnschrift"/>
                <a:cs typeface="Bahnschrift"/>
              </a:defRPr>
            </a:pPr>
            <a:r>
              <a:t>WatchTower</a:t>
            </a:r>
          </a:p>
        </p:txBody>
      </p:sp>
      <p:sp>
        <p:nvSpPr>
          <p:cNvPr id="92" name="watchtower-summary">
            <a:extLst>
              <a:ext uri="{FF2B5EF4-FFF2-40B4-BE49-F238E27FC236}">
                <a16:creationId xmlns:a16="http://schemas.microsoft.com/office/drawing/2014/main" id="{66D7C7A5-81A7-48D0-BCDD-DA35AE08369E}"/>
              </a:ext>
            </a:extLst>
          </p:cNvPr>
          <p:cNvSpPr>
            <a:spLocks noGrp="1"/>
          </p:cNvSpPr>
          <p:nvPr/>
        </p:nvSpPr>
        <p:spPr>
          <a:xfrm>
            <a:off x="990600" y="3905250"/>
            <a:ext cx="9334500" cy="9144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2400" b="0">
                <a:solidFill>
                  <a:srgbClr val="C9C6E8"/>
                </a:solidFill>
                <a:latin typeface="Aptos"/>
                <a:ea typeface="Aptos"/>
                <a:cs typeface="Aptos"/>
              </a:defRPr>
            </a:pPr>
            <a:r>
              <a:t>collects signals from a web app, stores them, then turns them into dashboard insight.</a:t>
            </a:r>
          </a:p>
        </p:txBody>
      </p:sp>
      <p:sp>
        <p:nvSpPr>
          <p:cNvPr id="93" name="understanding-rule">
            <a:extLst>
              <a:ext uri="{FF2B5EF4-FFF2-40B4-BE49-F238E27FC236}">
                <a16:creationId xmlns:a16="http://schemas.microsoft.com/office/drawing/2014/main" id="{80A3FED0-0F36-4658-AE77-CEEFE190B02F}"/>
              </a:ext>
            </a:extLst>
          </p:cNvPr>
          <p:cNvSpPr>
            <a:spLocks noGrp="1"/>
          </p:cNvSpPr>
          <p:nvPr/>
        </p:nvSpPr>
        <p:spPr>
          <a:xfrm>
            <a:off x="990600" y="5219700"/>
            <a:ext cx="6858000" cy="3810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4" name="errors-bullet-marker">
            <a:extLst>
              <a:ext uri="{FF2B5EF4-FFF2-40B4-BE49-F238E27FC236}">
                <a16:creationId xmlns:a16="http://schemas.microsoft.com/office/drawing/2014/main" id="{9E8E33EA-EAC2-4BD6-978E-24AC07BB6F82}"/>
              </a:ext>
            </a:extLst>
          </p:cNvPr>
          <p:cNvSpPr>
            <a:spLocks noGrp="1"/>
          </p:cNvSpPr>
          <p:nvPr/>
        </p:nvSpPr>
        <p:spPr>
          <a:xfrm>
            <a:off x="1047750" y="5753100"/>
            <a:ext cx="209550" cy="20955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5" name="errors-bullet">
            <a:extLst>
              <a:ext uri="{FF2B5EF4-FFF2-40B4-BE49-F238E27FC236}">
                <a16:creationId xmlns:a16="http://schemas.microsoft.com/office/drawing/2014/main" id="{A7F0AA8E-DA6F-44F8-A1DB-6A1C7921F623}"/>
              </a:ext>
            </a:extLst>
          </p:cNvPr>
          <p:cNvSpPr>
            <a:spLocks noGrp="1"/>
          </p:cNvSpPr>
          <p:nvPr/>
        </p:nvSpPr>
        <p:spPr>
          <a:xfrm>
            <a:off x="1466850" y="5638800"/>
            <a:ext cx="7239000" cy="5715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2100" b="0">
                <a:solidFill>
                  <a:srgbClr val="F6F3FF"/>
                </a:solidFill>
                <a:latin typeface="Aptos"/>
                <a:ea typeface="Aptos"/>
                <a:cs typeface="Aptos"/>
              </a:defRPr>
            </a:pPr>
            <a:r>
              <a:t>Errors: exceptions, stack traces, affected page</a:t>
            </a:r>
          </a:p>
        </p:txBody>
      </p:sp>
      <p:sp>
        <p:nvSpPr>
          <p:cNvPr id="96" name="performance-bullet-marker">
            <a:extLst>
              <a:ext uri="{FF2B5EF4-FFF2-40B4-BE49-F238E27FC236}">
                <a16:creationId xmlns:a16="http://schemas.microsoft.com/office/drawing/2014/main" id="{17075CE3-E53B-4606-8BFD-E43DF19F9F21}"/>
              </a:ext>
            </a:extLst>
          </p:cNvPr>
          <p:cNvSpPr>
            <a:spLocks noGrp="1"/>
          </p:cNvSpPr>
          <p:nvPr/>
        </p:nvSpPr>
        <p:spPr>
          <a:xfrm>
            <a:off x="1047750" y="6477000"/>
            <a:ext cx="209550" cy="209550"/>
          </a:xfrm>
          <a:prstGeom prst="rect">
            <a:avLst/>
          </a:prstGeom>
          <a:solidFill>
            <a:srgbClr val="FFB000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7" name="performance-bullet">
            <a:extLst>
              <a:ext uri="{FF2B5EF4-FFF2-40B4-BE49-F238E27FC236}">
                <a16:creationId xmlns:a16="http://schemas.microsoft.com/office/drawing/2014/main" id="{35204FA9-7EDB-4E9E-BDA7-FD268F78E336}"/>
              </a:ext>
            </a:extLst>
          </p:cNvPr>
          <p:cNvSpPr>
            <a:spLocks noGrp="1"/>
          </p:cNvSpPr>
          <p:nvPr/>
        </p:nvSpPr>
        <p:spPr>
          <a:xfrm>
            <a:off x="1466850" y="6362700"/>
            <a:ext cx="7620000" cy="5715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2100" b="0">
                <a:solidFill>
                  <a:srgbClr val="F6F3FF"/>
                </a:solidFill>
                <a:latin typeface="Aptos"/>
                <a:ea typeface="Aptos"/>
                <a:cs typeface="Aptos"/>
              </a:defRPr>
            </a:pPr>
            <a:r>
              <a:t>Performance issues: slow loads, long tasks, latency</a:t>
            </a:r>
          </a:p>
        </p:txBody>
      </p:sp>
      <p:sp>
        <p:nvSpPr>
          <p:cNvPr id="98" name="feedback-bullet-marker">
            <a:extLst>
              <a:ext uri="{FF2B5EF4-FFF2-40B4-BE49-F238E27FC236}">
                <a16:creationId xmlns:a16="http://schemas.microsoft.com/office/drawing/2014/main" id="{C4C1C0F7-F919-4706-89EA-3145592036B2}"/>
              </a:ext>
            </a:extLst>
          </p:cNvPr>
          <p:cNvSpPr>
            <a:spLocks noGrp="1"/>
          </p:cNvSpPr>
          <p:nvPr/>
        </p:nvSpPr>
        <p:spPr>
          <a:xfrm>
            <a:off x="1047750" y="7200900"/>
            <a:ext cx="209550" cy="209550"/>
          </a:xfrm>
          <a:prstGeom prst="rect">
            <a:avLst/>
          </a:prstGeom>
          <a:solidFill>
            <a:srgbClr val="6EE000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9" name="feedback-bullet">
            <a:extLst>
              <a:ext uri="{FF2B5EF4-FFF2-40B4-BE49-F238E27FC236}">
                <a16:creationId xmlns:a16="http://schemas.microsoft.com/office/drawing/2014/main" id="{9E437961-2A5F-4756-B1B5-5C986929F67B}"/>
              </a:ext>
            </a:extLst>
          </p:cNvPr>
          <p:cNvSpPr>
            <a:spLocks noGrp="1"/>
          </p:cNvSpPr>
          <p:nvPr/>
        </p:nvSpPr>
        <p:spPr>
          <a:xfrm>
            <a:off x="1466850" y="7086600"/>
            <a:ext cx="7048500" cy="5715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2100" b="0">
                <a:solidFill>
                  <a:srgbClr val="F6F3FF"/>
                </a:solidFill>
                <a:latin typeface="Aptos"/>
                <a:ea typeface="Aptos"/>
                <a:cs typeface="Aptos"/>
              </a:defRPr>
            </a:pPr>
            <a:r>
              <a:t>Feedback: user comments tied to context</a:t>
            </a:r>
          </a:p>
        </p:txBody>
      </p:sp>
      <p:sp>
        <p:nvSpPr>
          <p:cNvPr id="100" name="version-bullet-marker">
            <a:extLst>
              <a:ext uri="{FF2B5EF4-FFF2-40B4-BE49-F238E27FC236}">
                <a16:creationId xmlns:a16="http://schemas.microsoft.com/office/drawing/2014/main" id="{DD652E13-FC0B-4F4D-B118-F424D7B56D5A}"/>
              </a:ext>
            </a:extLst>
          </p:cNvPr>
          <p:cNvSpPr>
            <a:spLocks noGrp="1"/>
          </p:cNvSpPr>
          <p:nvPr/>
        </p:nvSpPr>
        <p:spPr>
          <a:xfrm>
            <a:off x="1047750" y="7924800"/>
            <a:ext cx="209550" cy="20955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version-bullet">
            <a:extLst>
              <a:ext uri="{FF2B5EF4-FFF2-40B4-BE49-F238E27FC236}">
                <a16:creationId xmlns:a16="http://schemas.microsoft.com/office/drawing/2014/main" id="{772CF6AF-B1FF-4A65-B772-FD8FC1F0BD7D}"/>
              </a:ext>
            </a:extLst>
          </p:cNvPr>
          <p:cNvSpPr>
            <a:spLocks noGrp="1"/>
          </p:cNvSpPr>
          <p:nvPr/>
        </p:nvSpPr>
        <p:spPr>
          <a:xfrm>
            <a:off x="1466850" y="7810500"/>
            <a:ext cx="7810500" cy="5715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2100" b="0">
                <a:solidFill>
                  <a:srgbClr val="F6F3FF"/>
                </a:solidFill>
                <a:latin typeface="Aptos"/>
                <a:ea typeface="Aptos"/>
                <a:cs typeface="Aptos"/>
              </a:defRPr>
            </a:pPr>
            <a:r>
              <a:t>Version and deployment info: what changed, when</a:t>
            </a:r>
          </a:p>
        </p:txBody>
      </p:sp>
      <p:sp>
        <p:nvSpPr>
          <p:cNvPr id="102" name="loop-panel">
            <a:extLst>
              <a:ext uri="{FF2B5EF4-FFF2-40B4-BE49-F238E27FC236}">
                <a16:creationId xmlns:a16="http://schemas.microsoft.com/office/drawing/2014/main" id="{79FC5E7D-2B31-4834-A39B-3AC808F1FF47}"/>
              </a:ext>
            </a:extLst>
          </p:cNvPr>
          <p:cNvSpPr>
            <a:spLocks noGrp="1"/>
          </p:cNvSpPr>
          <p:nvPr/>
        </p:nvSpPr>
        <p:spPr>
          <a:xfrm>
            <a:off x="11087100" y="3190875"/>
            <a:ext cx="5238750" cy="3619500"/>
          </a:xfrm>
          <a:prstGeom prst="roundRect">
            <a:avLst>
              <a:gd name="adj" fmla="val 2105"/>
            </a:avLst>
          </a:prstGeom>
          <a:solidFill>
            <a:srgbClr val="0D1052"/>
          </a:solidFill>
          <a:ln w="28575">
            <a:solidFill>
              <a:srgbClr val="B111FF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oop-title">
            <a:extLst>
              <a:ext uri="{FF2B5EF4-FFF2-40B4-BE49-F238E27FC236}">
                <a16:creationId xmlns:a16="http://schemas.microsoft.com/office/drawing/2014/main" id="{EA40FBFB-D839-4B2B-AB0F-09AB60A13C0F}"/>
              </a:ext>
            </a:extLst>
          </p:cNvPr>
          <p:cNvSpPr>
            <a:spLocks noGrp="1"/>
          </p:cNvSpPr>
          <p:nvPr/>
        </p:nvSpPr>
        <p:spPr>
          <a:xfrm>
            <a:off x="11677650" y="3562350"/>
            <a:ext cx="4095750" cy="4191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2400" b="1">
                <a:solidFill>
                  <a:srgbClr val="F6F3FF"/>
                </a:solidFill>
                <a:latin typeface="Bahnschrift"/>
                <a:ea typeface="Bahnschrift"/>
                <a:cs typeface="Bahnschrift"/>
              </a:defRPr>
            </a:pPr>
            <a:r>
              <a:rPr dirty="0"/>
              <a:t>A small loop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8FC4621-0954-4791-910A-8AD559FD479A}"/>
              </a:ext>
            </a:extLst>
          </p:cNvPr>
          <p:cNvSpPr>
            <a:spLocks noGrp="1"/>
          </p:cNvSpPr>
          <p:nvPr/>
        </p:nvSpPr>
        <p:spPr>
          <a:xfrm>
            <a:off x="11220450" y="4676775"/>
            <a:ext cx="152400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875" b="1">
                <a:solidFill>
                  <a:srgbClr val="FF3328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capture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F080D547-9E7B-4573-BEC4-D0425B99A341}"/>
              </a:ext>
            </a:extLst>
          </p:cNvPr>
          <p:cNvSpPr>
            <a:spLocks noGrp="1"/>
          </p:cNvSpPr>
          <p:nvPr/>
        </p:nvSpPr>
        <p:spPr>
          <a:xfrm>
            <a:off x="13001625" y="4543425"/>
            <a:ext cx="133350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875" b="1">
                <a:solidFill>
                  <a:srgbClr val="6EE000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store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0592F539-F0F0-47EC-955E-47B5CEE68FFD}"/>
              </a:ext>
            </a:extLst>
          </p:cNvPr>
          <p:cNvSpPr>
            <a:spLocks noGrp="1"/>
          </p:cNvSpPr>
          <p:nvPr/>
        </p:nvSpPr>
        <p:spPr>
          <a:xfrm>
            <a:off x="14543753" y="4667250"/>
            <a:ext cx="16192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875" b="1">
                <a:solidFill>
                  <a:srgbClr val="249CFF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visualize</a:t>
            </a:r>
          </a:p>
        </p:txBody>
      </p:sp>
      <p:sp>
        <p:nvSpPr>
          <p:cNvPr id="107" name="loop-arrow-1">
            <a:extLst>
              <a:ext uri="{FF2B5EF4-FFF2-40B4-BE49-F238E27FC236}">
                <a16:creationId xmlns:a16="http://schemas.microsoft.com/office/drawing/2014/main" id="{0E2FB855-0A2D-425C-9E59-C43D35CF0C9A}"/>
              </a:ext>
            </a:extLst>
          </p:cNvPr>
          <p:cNvSpPr>
            <a:spLocks noGrp="1"/>
          </p:cNvSpPr>
          <p:nvPr/>
        </p:nvSpPr>
        <p:spPr>
          <a:xfrm>
            <a:off x="11391900" y="5067300"/>
            <a:ext cx="1200150" cy="438150"/>
          </a:xfrm>
          <a:prstGeom prst="rightArrow">
            <a:avLst/>
          </a:prstGeom>
          <a:solidFill>
            <a:srgbClr val="FF3328"/>
          </a:solidFill>
          <a:ln w="9525">
            <a:solidFill>
              <a:srgbClr val="FF332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9" name="loop-capture">
            <a:extLst>
              <a:ext uri="{FF2B5EF4-FFF2-40B4-BE49-F238E27FC236}">
                <a16:creationId xmlns:a16="http://schemas.microsoft.com/office/drawing/2014/main" id="{8E8BB874-6D31-463D-B05F-0FEAD3A275E0}"/>
              </a:ext>
            </a:extLst>
          </p:cNvPr>
          <p:cNvSpPr>
            <a:spLocks noGrp="1"/>
          </p:cNvSpPr>
          <p:nvPr/>
        </p:nvSpPr>
        <p:spPr>
          <a:xfrm>
            <a:off x="11239500" y="5715000"/>
            <a:ext cx="1466850" cy="781050"/>
          </a:xfrm>
          <a:prstGeom prst="flowChartProcess">
            <a:avLst/>
          </a:prstGeom>
          <a:solidFill>
            <a:srgbClr val="15186A"/>
          </a:solidFill>
          <a:ln w="28575">
            <a:solidFill>
              <a:srgbClr val="FF3328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10" name="loop-store">
            <a:extLst>
              <a:ext uri="{FF2B5EF4-FFF2-40B4-BE49-F238E27FC236}">
                <a16:creationId xmlns:a16="http://schemas.microsoft.com/office/drawing/2014/main" id="{AC854514-B7CF-47E5-82BB-0F3B973F865D}"/>
              </a:ext>
            </a:extLst>
          </p:cNvPr>
          <p:cNvSpPr>
            <a:spLocks noGrp="1"/>
          </p:cNvSpPr>
          <p:nvPr/>
        </p:nvSpPr>
        <p:spPr>
          <a:xfrm>
            <a:off x="12992100" y="5657850"/>
            <a:ext cx="1466850" cy="895350"/>
          </a:xfrm>
          <a:prstGeom prst="flowChartMagneticDisk">
            <a:avLst/>
          </a:prstGeom>
          <a:solidFill>
            <a:srgbClr val="15186A"/>
          </a:solidFill>
          <a:ln w="28575">
            <a:solidFill>
              <a:srgbClr val="6EE0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1" name="loop-visualize">
            <a:extLst>
              <a:ext uri="{FF2B5EF4-FFF2-40B4-BE49-F238E27FC236}">
                <a16:creationId xmlns:a16="http://schemas.microsoft.com/office/drawing/2014/main" id="{80A34B78-825F-4231-AFC4-172C2618CF34}"/>
              </a:ext>
            </a:extLst>
          </p:cNvPr>
          <p:cNvSpPr>
            <a:spLocks noGrp="1"/>
          </p:cNvSpPr>
          <p:nvPr/>
        </p:nvSpPr>
        <p:spPr>
          <a:xfrm>
            <a:off x="14725650" y="5734050"/>
            <a:ext cx="1466850" cy="742950"/>
          </a:xfrm>
          <a:prstGeom prst="flowChartDisplay">
            <a:avLst/>
          </a:prstGeom>
          <a:solidFill>
            <a:srgbClr val="15186A"/>
          </a:solidFill>
          <a:ln w="28575">
            <a:solidFill>
              <a:srgbClr val="249C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4" name="Arrow: Curved Left 113">
            <a:extLst>
              <a:ext uri="{FF2B5EF4-FFF2-40B4-BE49-F238E27FC236}">
                <a16:creationId xmlns:a16="http://schemas.microsoft.com/office/drawing/2014/main" id="{D78C9FEC-33A3-520B-6335-D56D158233AF}"/>
              </a:ext>
            </a:extLst>
          </p:cNvPr>
          <p:cNvSpPr/>
          <p:nvPr/>
        </p:nvSpPr>
        <p:spPr>
          <a:xfrm flipV="1">
            <a:off x="13689330" y="4933951"/>
            <a:ext cx="731520" cy="628649"/>
          </a:xfrm>
          <a:prstGeom prst="curvedLeftArrow">
            <a:avLst/>
          </a:prstGeom>
          <a:solidFill>
            <a:srgbClr val="6EE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6" name="Arrow: Curved Right 115">
            <a:extLst>
              <a:ext uri="{FF2B5EF4-FFF2-40B4-BE49-F238E27FC236}">
                <a16:creationId xmlns:a16="http://schemas.microsoft.com/office/drawing/2014/main" id="{43BFF2C8-1AE0-8194-6CD2-0FC26F4CF1DC}"/>
              </a:ext>
            </a:extLst>
          </p:cNvPr>
          <p:cNvSpPr/>
          <p:nvPr/>
        </p:nvSpPr>
        <p:spPr>
          <a:xfrm>
            <a:off x="12946380" y="4991100"/>
            <a:ext cx="731520" cy="647700"/>
          </a:xfrm>
          <a:prstGeom prst="curvedRightArrow">
            <a:avLst/>
          </a:prstGeom>
          <a:solidFill>
            <a:srgbClr val="6EE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1" name="Arrow: Bent 120">
            <a:extLst>
              <a:ext uri="{FF2B5EF4-FFF2-40B4-BE49-F238E27FC236}">
                <a16:creationId xmlns:a16="http://schemas.microsoft.com/office/drawing/2014/main" id="{DEC30F27-1ABD-519B-325C-5F5FC0EC5E63}"/>
              </a:ext>
            </a:extLst>
          </p:cNvPr>
          <p:cNvSpPr/>
          <p:nvPr/>
        </p:nvSpPr>
        <p:spPr>
          <a:xfrm rot="5400000">
            <a:off x="15073314" y="4948238"/>
            <a:ext cx="542925" cy="933449"/>
          </a:xfrm>
          <a:prstGeom prst="bentArrow">
            <a:avLst>
              <a:gd name="adj1" fmla="val 38571"/>
              <a:gd name="adj2" fmla="val 50000"/>
              <a:gd name="adj3" fmla="val 40170"/>
              <a:gd name="adj4" fmla="val 20125"/>
            </a:avLst>
          </a:prstGeom>
          <a:solidFill>
            <a:srgbClr val="249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77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background-base">
            <a:extLst>
              <a:ext uri="{FF2B5EF4-FFF2-40B4-BE49-F238E27FC236}">
                <a16:creationId xmlns:a16="http://schemas.microsoft.com/office/drawing/2014/main" id="{9AECE153-C6FB-4283-A941-E973EF18FB01}"/>
              </a:ext>
            </a:extLst>
          </p:cNvPr>
          <p:cNvSpPr>
            <a:spLocks noGrp="1"/>
          </p:cNvSpPr>
          <p:nvPr/>
        </p:nvSpPr>
        <p:spPr>
          <a:xfrm>
            <a:off x="19050" y="19050"/>
            <a:ext cx="18288000" cy="10287000"/>
          </a:xfrm>
          <a:prstGeom prst="rect">
            <a:avLst/>
          </a:prstGeom>
          <a:solidFill>
            <a:srgbClr val="080A3D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background-depth">
            <a:extLst>
              <a:ext uri="{FF2B5EF4-FFF2-40B4-BE49-F238E27FC236}">
                <a16:creationId xmlns:a16="http://schemas.microsoft.com/office/drawing/2014/main" id="{6923AC76-8ACA-4FEE-9761-3D81DD3099B4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160C65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grid-v-0">
            <a:extLst>
              <a:ext uri="{FF2B5EF4-FFF2-40B4-BE49-F238E27FC236}">
                <a16:creationId xmlns:a16="http://schemas.microsoft.com/office/drawing/2014/main" id="{98A60556-3622-4548-BAEE-D5F4DE851F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9050" cy="1028700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grid-v-88">
            <a:extLst>
              <a:ext uri="{FF2B5EF4-FFF2-40B4-BE49-F238E27FC236}">
                <a16:creationId xmlns:a16="http://schemas.microsoft.com/office/drawing/2014/main" id="{3C4E9297-4600-4883-97D0-0154DC1C7700}"/>
              </a:ext>
            </a:extLst>
          </p:cNvPr>
          <p:cNvSpPr>
            <a:spLocks noGrp="1"/>
          </p:cNvSpPr>
          <p:nvPr/>
        </p:nvSpPr>
        <p:spPr>
          <a:xfrm>
            <a:off x="838200" y="0"/>
            <a:ext cx="19050" cy="1028700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grid-v-176">
            <a:extLst>
              <a:ext uri="{FF2B5EF4-FFF2-40B4-BE49-F238E27FC236}">
                <a16:creationId xmlns:a16="http://schemas.microsoft.com/office/drawing/2014/main" id="{95D7D39A-5F37-4262-ACF3-A70C1EE19489}"/>
              </a:ext>
            </a:extLst>
          </p:cNvPr>
          <p:cNvSpPr>
            <a:spLocks noGrp="1"/>
          </p:cNvSpPr>
          <p:nvPr/>
        </p:nvSpPr>
        <p:spPr>
          <a:xfrm>
            <a:off x="1676400" y="0"/>
            <a:ext cx="19050" cy="1028700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grid-v-264">
            <a:extLst>
              <a:ext uri="{FF2B5EF4-FFF2-40B4-BE49-F238E27FC236}">
                <a16:creationId xmlns:a16="http://schemas.microsoft.com/office/drawing/2014/main" id="{253FA63A-1E0B-4BF1-A7B4-F0939609B1A8}"/>
              </a:ext>
            </a:extLst>
          </p:cNvPr>
          <p:cNvSpPr>
            <a:spLocks noGrp="1"/>
          </p:cNvSpPr>
          <p:nvPr/>
        </p:nvSpPr>
        <p:spPr>
          <a:xfrm>
            <a:off x="2514600" y="0"/>
            <a:ext cx="19050" cy="1028700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grid-v-352">
            <a:extLst>
              <a:ext uri="{FF2B5EF4-FFF2-40B4-BE49-F238E27FC236}">
                <a16:creationId xmlns:a16="http://schemas.microsoft.com/office/drawing/2014/main" id="{34E910F3-1B1E-4836-8D3A-F54BD9CE6A82}"/>
              </a:ext>
            </a:extLst>
          </p:cNvPr>
          <p:cNvSpPr>
            <a:spLocks noGrp="1"/>
          </p:cNvSpPr>
          <p:nvPr/>
        </p:nvSpPr>
        <p:spPr>
          <a:xfrm>
            <a:off x="3352800" y="0"/>
            <a:ext cx="19050" cy="1028700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grid-v-440">
            <a:extLst>
              <a:ext uri="{FF2B5EF4-FFF2-40B4-BE49-F238E27FC236}">
                <a16:creationId xmlns:a16="http://schemas.microsoft.com/office/drawing/2014/main" id="{AC451EF6-FB98-4C54-AA38-57F037B5E9A3}"/>
              </a:ext>
            </a:extLst>
          </p:cNvPr>
          <p:cNvSpPr>
            <a:spLocks noGrp="1"/>
          </p:cNvSpPr>
          <p:nvPr/>
        </p:nvSpPr>
        <p:spPr>
          <a:xfrm>
            <a:off x="4191000" y="0"/>
            <a:ext cx="19050" cy="1028700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grid-v-528">
            <a:extLst>
              <a:ext uri="{FF2B5EF4-FFF2-40B4-BE49-F238E27FC236}">
                <a16:creationId xmlns:a16="http://schemas.microsoft.com/office/drawing/2014/main" id="{89D6F555-5AA7-4107-ACC7-DD77444DB0FF}"/>
              </a:ext>
            </a:extLst>
          </p:cNvPr>
          <p:cNvSpPr>
            <a:spLocks noGrp="1"/>
          </p:cNvSpPr>
          <p:nvPr/>
        </p:nvSpPr>
        <p:spPr>
          <a:xfrm>
            <a:off x="5029200" y="0"/>
            <a:ext cx="19050" cy="1028700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grid-v-616">
            <a:extLst>
              <a:ext uri="{FF2B5EF4-FFF2-40B4-BE49-F238E27FC236}">
                <a16:creationId xmlns:a16="http://schemas.microsoft.com/office/drawing/2014/main" id="{0BAAE06C-0734-46F6-8384-9583D3B24497}"/>
              </a:ext>
            </a:extLst>
          </p:cNvPr>
          <p:cNvSpPr>
            <a:spLocks noGrp="1"/>
          </p:cNvSpPr>
          <p:nvPr/>
        </p:nvSpPr>
        <p:spPr>
          <a:xfrm>
            <a:off x="5867400" y="0"/>
            <a:ext cx="19050" cy="1028700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grid-v-704">
            <a:extLst>
              <a:ext uri="{FF2B5EF4-FFF2-40B4-BE49-F238E27FC236}">
                <a16:creationId xmlns:a16="http://schemas.microsoft.com/office/drawing/2014/main" id="{BF773F0F-16FC-494B-9078-84F7FA2753B9}"/>
              </a:ext>
            </a:extLst>
          </p:cNvPr>
          <p:cNvSpPr>
            <a:spLocks noGrp="1"/>
          </p:cNvSpPr>
          <p:nvPr/>
        </p:nvSpPr>
        <p:spPr>
          <a:xfrm>
            <a:off x="6705600" y="0"/>
            <a:ext cx="19050" cy="1028700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grid-v-792">
            <a:extLst>
              <a:ext uri="{FF2B5EF4-FFF2-40B4-BE49-F238E27FC236}">
                <a16:creationId xmlns:a16="http://schemas.microsoft.com/office/drawing/2014/main" id="{20EF62C3-425A-4139-A634-AFB8CA84870E}"/>
              </a:ext>
            </a:extLst>
          </p:cNvPr>
          <p:cNvSpPr>
            <a:spLocks noGrp="1"/>
          </p:cNvSpPr>
          <p:nvPr/>
        </p:nvSpPr>
        <p:spPr>
          <a:xfrm>
            <a:off x="7543800" y="0"/>
            <a:ext cx="19050" cy="1028700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grid-v-880">
            <a:extLst>
              <a:ext uri="{FF2B5EF4-FFF2-40B4-BE49-F238E27FC236}">
                <a16:creationId xmlns:a16="http://schemas.microsoft.com/office/drawing/2014/main" id="{C36A81EF-24E5-4453-8EEE-F40ACBB65B75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19050" cy="1028700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grid-v-968">
            <a:extLst>
              <a:ext uri="{FF2B5EF4-FFF2-40B4-BE49-F238E27FC236}">
                <a16:creationId xmlns:a16="http://schemas.microsoft.com/office/drawing/2014/main" id="{41F4D0A1-15C4-473A-85F8-015887AF439B}"/>
              </a:ext>
            </a:extLst>
          </p:cNvPr>
          <p:cNvSpPr>
            <a:spLocks noGrp="1"/>
          </p:cNvSpPr>
          <p:nvPr/>
        </p:nvSpPr>
        <p:spPr>
          <a:xfrm>
            <a:off x="9220200" y="0"/>
            <a:ext cx="19050" cy="1028700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grid-v-1056">
            <a:extLst>
              <a:ext uri="{FF2B5EF4-FFF2-40B4-BE49-F238E27FC236}">
                <a16:creationId xmlns:a16="http://schemas.microsoft.com/office/drawing/2014/main" id="{97554FC9-00FF-423A-BC2C-0F49B12F5B8E}"/>
              </a:ext>
            </a:extLst>
          </p:cNvPr>
          <p:cNvSpPr>
            <a:spLocks noGrp="1"/>
          </p:cNvSpPr>
          <p:nvPr/>
        </p:nvSpPr>
        <p:spPr>
          <a:xfrm>
            <a:off x="10058400" y="0"/>
            <a:ext cx="19050" cy="1028700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grid-v-1144">
            <a:extLst>
              <a:ext uri="{FF2B5EF4-FFF2-40B4-BE49-F238E27FC236}">
                <a16:creationId xmlns:a16="http://schemas.microsoft.com/office/drawing/2014/main" id="{B649E074-3A2D-4E71-BCA3-7A8CDAD502A5}"/>
              </a:ext>
            </a:extLst>
          </p:cNvPr>
          <p:cNvSpPr>
            <a:spLocks noGrp="1"/>
          </p:cNvSpPr>
          <p:nvPr/>
        </p:nvSpPr>
        <p:spPr>
          <a:xfrm>
            <a:off x="10896600" y="0"/>
            <a:ext cx="19050" cy="1028700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grid-v-1232">
            <a:extLst>
              <a:ext uri="{FF2B5EF4-FFF2-40B4-BE49-F238E27FC236}">
                <a16:creationId xmlns:a16="http://schemas.microsoft.com/office/drawing/2014/main" id="{BA6EA6BD-8AE4-41D3-8ADC-3785BE360207}"/>
              </a:ext>
            </a:extLst>
          </p:cNvPr>
          <p:cNvSpPr>
            <a:spLocks noGrp="1"/>
          </p:cNvSpPr>
          <p:nvPr/>
        </p:nvSpPr>
        <p:spPr>
          <a:xfrm>
            <a:off x="11734800" y="0"/>
            <a:ext cx="19050" cy="1028700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grid-v-1320">
            <a:extLst>
              <a:ext uri="{FF2B5EF4-FFF2-40B4-BE49-F238E27FC236}">
                <a16:creationId xmlns:a16="http://schemas.microsoft.com/office/drawing/2014/main" id="{54D34733-46CD-46EF-B640-B4B72E9A5A83}"/>
              </a:ext>
            </a:extLst>
          </p:cNvPr>
          <p:cNvSpPr>
            <a:spLocks noGrp="1"/>
          </p:cNvSpPr>
          <p:nvPr/>
        </p:nvSpPr>
        <p:spPr>
          <a:xfrm>
            <a:off x="12573000" y="0"/>
            <a:ext cx="19050" cy="1028700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grid-v-1408">
            <a:extLst>
              <a:ext uri="{FF2B5EF4-FFF2-40B4-BE49-F238E27FC236}">
                <a16:creationId xmlns:a16="http://schemas.microsoft.com/office/drawing/2014/main" id="{4F8E3AB4-C53A-4848-AD5F-F782E2B1698F}"/>
              </a:ext>
            </a:extLst>
          </p:cNvPr>
          <p:cNvSpPr>
            <a:spLocks noGrp="1"/>
          </p:cNvSpPr>
          <p:nvPr/>
        </p:nvSpPr>
        <p:spPr>
          <a:xfrm>
            <a:off x="13411200" y="0"/>
            <a:ext cx="19050" cy="1028700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grid-v-1496">
            <a:extLst>
              <a:ext uri="{FF2B5EF4-FFF2-40B4-BE49-F238E27FC236}">
                <a16:creationId xmlns:a16="http://schemas.microsoft.com/office/drawing/2014/main" id="{5AE36747-5852-4E37-8AEC-3F97526D81B3}"/>
              </a:ext>
            </a:extLst>
          </p:cNvPr>
          <p:cNvSpPr>
            <a:spLocks noGrp="1"/>
          </p:cNvSpPr>
          <p:nvPr/>
        </p:nvSpPr>
        <p:spPr>
          <a:xfrm>
            <a:off x="14249400" y="0"/>
            <a:ext cx="19050" cy="1028700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grid-v-1584">
            <a:extLst>
              <a:ext uri="{FF2B5EF4-FFF2-40B4-BE49-F238E27FC236}">
                <a16:creationId xmlns:a16="http://schemas.microsoft.com/office/drawing/2014/main" id="{EFCDE0FC-A23D-49DE-98BC-589570C7E180}"/>
              </a:ext>
            </a:extLst>
          </p:cNvPr>
          <p:cNvSpPr>
            <a:spLocks noGrp="1"/>
          </p:cNvSpPr>
          <p:nvPr/>
        </p:nvSpPr>
        <p:spPr>
          <a:xfrm>
            <a:off x="15087600" y="0"/>
            <a:ext cx="19050" cy="1028700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grid-v-1672">
            <a:extLst>
              <a:ext uri="{FF2B5EF4-FFF2-40B4-BE49-F238E27FC236}">
                <a16:creationId xmlns:a16="http://schemas.microsoft.com/office/drawing/2014/main" id="{98624E24-C03C-4BD9-BA8B-7800DD50D3F0}"/>
              </a:ext>
            </a:extLst>
          </p:cNvPr>
          <p:cNvSpPr>
            <a:spLocks noGrp="1"/>
          </p:cNvSpPr>
          <p:nvPr/>
        </p:nvSpPr>
        <p:spPr>
          <a:xfrm>
            <a:off x="15925800" y="0"/>
            <a:ext cx="19050" cy="1028700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grid-v-1760">
            <a:extLst>
              <a:ext uri="{FF2B5EF4-FFF2-40B4-BE49-F238E27FC236}">
                <a16:creationId xmlns:a16="http://schemas.microsoft.com/office/drawing/2014/main" id="{F2D7EC9B-6236-43C8-8BF8-EA44188F3337}"/>
              </a:ext>
            </a:extLst>
          </p:cNvPr>
          <p:cNvSpPr>
            <a:spLocks noGrp="1"/>
          </p:cNvSpPr>
          <p:nvPr/>
        </p:nvSpPr>
        <p:spPr>
          <a:xfrm>
            <a:off x="16764000" y="0"/>
            <a:ext cx="19050" cy="1028700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grid-v-1848">
            <a:extLst>
              <a:ext uri="{FF2B5EF4-FFF2-40B4-BE49-F238E27FC236}">
                <a16:creationId xmlns:a16="http://schemas.microsoft.com/office/drawing/2014/main" id="{E9296D43-18A4-437B-832D-F991E402AEC6}"/>
              </a:ext>
            </a:extLst>
          </p:cNvPr>
          <p:cNvSpPr>
            <a:spLocks noGrp="1"/>
          </p:cNvSpPr>
          <p:nvPr/>
        </p:nvSpPr>
        <p:spPr>
          <a:xfrm>
            <a:off x="17602200" y="0"/>
            <a:ext cx="19050" cy="1028700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grid-h-0">
            <a:extLst>
              <a:ext uri="{FF2B5EF4-FFF2-40B4-BE49-F238E27FC236}">
                <a16:creationId xmlns:a16="http://schemas.microsoft.com/office/drawing/2014/main" id="{637FA189-F2D0-4618-AC98-5B0DF299E4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905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grid-h-88">
            <a:extLst>
              <a:ext uri="{FF2B5EF4-FFF2-40B4-BE49-F238E27FC236}">
                <a16:creationId xmlns:a16="http://schemas.microsoft.com/office/drawing/2014/main" id="{3F7B005D-E790-4407-AB39-F7E959810125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8288000" cy="1905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grid-h-176">
            <a:extLst>
              <a:ext uri="{FF2B5EF4-FFF2-40B4-BE49-F238E27FC236}">
                <a16:creationId xmlns:a16="http://schemas.microsoft.com/office/drawing/2014/main" id="{8B29CAD2-2018-427F-A9B5-CBF81E6AD281}"/>
              </a:ext>
            </a:extLst>
          </p:cNvPr>
          <p:cNvSpPr>
            <a:spLocks noGrp="1"/>
          </p:cNvSpPr>
          <p:nvPr/>
        </p:nvSpPr>
        <p:spPr>
          <a:xfrm>
            <a:off x="0" y="1676400"/>
            <a:ext cx="18288000" cy="1905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grid-h-264">
            <a:extLst>
              <a:ext uri="{FF2B5EF4-FFF2-40B4-BE49-F238E27FC236}">
                <a16:creationId xmlns:a16="http://schemas.microsoft.com/office/drawing/2014/main" id="{5080A6A6-61B2-441A-A906-C6035F93594C}"/>
              </a:ext>
            </a:extLst>
          </p:cNvPr>
          <p:cNvSpPr>
            <a:spLocks noGrp="1"/>
          </p:cNvSpPr>
          <p:nvPr/>
        </p:nvSpPr>
        <p:spPr>
          <a:xfrm>
            <a:off x="0" y="2514600"/>
            <a:ext cx="18288000" cy="1905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grid-h-352">
            <a:extLst>
              <a:ext uri="{FF2B5EF4-FFF2-40B4-BE49-F238E27FC236}">
                <a16:creationId xmlns:a16="http://schemas.microsoft.com/office/drawing/2014/main" id="{D160D06A-EF91-4E48-8F5B-E8524177004D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8288000" cy="1905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grid-h-440">
            <a:extLst>
              <a:ext uri="{FF2B5EF4-FFF2-40B4-BE49-F238E27FC236}">
                <a16:creationId xmlns:a16="http://schemas.microsoft.com/office/drawing/2014/main" id="{1D321381-92A0-46C5-9FFE-6D4653912343}"/>
              </a:ext>
            </a:extLst>
          </p:cNvPr>
          <p:cNvSpPr>
            <a:spLocks noGrp="1"/>
          </p:cNvSpPr>
          <p:nvPr/>
        </p:nvSpPr>
        <p:spPr>
          <a:xfrm>
            <a:off x="0" y="4191000"/>
            <a:ext cx="18288000" cy="1905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grid-h-528">
            <a:extLst>
              <a:ext uri="{FF2B5EF4-FFF2-40B4-BE49-F238E27FC236}">
                <a16:creationId xmlns:a16="http://schemas.microsoft.com/office/drawing/2014/main" id="{682F138F-0CE8-4540-974E-03C93162482C}"/>
              </a:ext>
            </a:extLst>
          </p:cNvPr>
          <p:cNvSpPr>
            <a:spLocks noGrp="1"/>
          </p:cNvSpPr>
          <p:nvPr/>
        </p:nvSpPr>
        <p:spPr>
          <a:xfrm>
            <a:off x="0" y="5029200"/>
            <a:ext cx="18288000" cy="1905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grid-h-616">
            <a:extLst>
              <a:ext uri="{FF2B5EF4-FFF2-40B4-BE49-F238E27FC236}">
                <a16:creationId xmlns:a16="http://schemas.microsoft.com/office/drawing/2014/main" id="{D482BC86-EFAE-4ADE-8C17-B1511839EE09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8288000" cy="1905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grid-h-704">
            <a:extLst>
              <a:ext uri="{FF2B5EF4-FFF2-40B4-BE49-F238E27FC236}">
                <a16:creationId xmlns:a16="http://schemas.microsoft.com/office/drawing/2014/main" id="{CD2E38D6-13B2-440C-B1D6-F94FC89A755B}"/>
              </a:ext>
            </a:extLst>
          </p:cNvPr>
          <p:cNvSpPr>
            <a:spLocks noGrp="1"/>
          </p:cNvSpPr>
          <p:nvPr/>
        </p:nvSpPr>
        <p:spPr>
          <a:xfrm>
            <a:off x="0" y="6705600"/>
            <a:ext cx="18288000" cy="1905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grid-h-792">
            <a:extLst>
              <a:ext uri="{FF2B5EF4-FFF2-40B4-BE49-F238E27FC236}">
                <a16:creationId xmlns:a16="http://schemas.microsoft.com/office/drawing/2014/main" id="{DD1AD56A-F653-45F2-94FA-AFB707658C3A}"/>
              </a:ext>
            </a:extLst>
          </p:cNvPr>
          <p:cNvSpPr>
            <a:spLocks noGrp="1"/>
          </p:cNvSpPr>
          <p:nvPr/>
        </p:nvSpPr>
        <p:spPr>
          <a:xfrm>
            <a:off x="0" y="7543800"/>
            <a:ext cx="18288000" cy="1905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grid-h-880">
            <a:extLst>
              <a:ext uri="{FF2B5EF4-FFF2-40B4-BE49-F238E27FC236}">
                <a16:creationId xmlns:a16="http://schemas.microsoft.com/office/drawing/2014/main" id="{96317593-1D60-4BF8-828F-12FBBDA2D480}"/>
              </a:ext>
            </a:extLst>
          </p:cNvPr>
          <p:cNvSpPr>
            <a:spLocks noGrp="1"/>
          </p:cNvSpPr>
          <p:nvPr/>
        </p:nvSpPr>
        <p:spPr>
          <a:xfrm>
            <a:off x="0" y="8382000"/>
            <a:ext cx="18288000" cy="1905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grid-h-968">
            <a:extLst>
              <a:ext uri="{FF2B5EF4-FFF2-40B4-BE49-F238E27FC236}">
                <a16:creationId xmlns:a16="http://schemas.microsoft.com/office/drawing/2014/main" id="{A773B9F5-5458-4BDE-B8D6-58FB0CD6A207}"/>
              </a:ext>
            </a:extLst>
          </p:cNvPr>
          <p:cNvSpPr>
            <a:spLocks noGrp="1"/>
          </p:cNvSpPr>
          <p:nvPr/>
        </p:nvSpPr>
        <p:spPr>
          <a:xfrm>
            <a:off x="0" y="9220200"/>
            <a:ext cx="18288000" cy="1905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grid-h-1056">
            <a:extLst>
              <a:ext uri="{FF2B5EF4-FFF2-40B4-BE49-F238E27FC236}">
                <a16:creationId xmlns:a16="http://schemas.microsoft.com/office/drawing/2014/main" id="{045BB068-CF70-4F3D-99A1-5C318196C958}"/>
              </a:ext>
            </a:extLst>
          </p:cNvPr>
          <p:cNvSpPr>
            <a:spLocks noGrp="1"/>
          </p:cNvSpPr>
          <p:nvPr/>
        </p:nvSpPr>
        <p:spPr>
          <a:xfrm>
            <a:off x="0" y="10058400"/>
            <a:ext cx="18288000" cy="1905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" name="pixel-plus-0-2">
            <a:extLst>
              <a:ext uri="{FF2B5EF4-FFF2-40B4-BE49-F238E27FC236}">
                <a16:creationId xmlns:a16="http://schemas.microsoft.com/office/drawing/2014/main" id="{F8A9CABA-CD45-4F6C-86D1-167CE595DCB2}"/>
              </a:ext>
            </a:extLst>
          </p:cNvPr>
          <p:cNvSpPr>
            <a:spLocks noGrp="1"/>
          </p:cNvSpPr>
          <p:nvPr/>
        </p:nvSpPr>
        <p:spPr>
          <a:xfrm>
            <a:off x="16459200" y="1066800"/>
            <a:ext cx="133350" cy="13335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9" name="pixel-plus-1-2">
            <a:extLst>
              <a:ext uri="{FF2B5EF4-FFF2-40B4-BE49-F238E27FC236}">
                <a16:creationId xmlns:a16="http://schemas.microsoft.com/office/drawing/2014/main" id="{779B0D80-F9F3-4C1E-A6C6-E221F2018F65}"/>
              </a:ext>
            </a:extLst>
          </p:cNvPr>
          <p:cNvSpPr>
            <a:spLocks noGrp="1"/>
          </p:cNvSpPr>
          <p:nvPr/>
        </p:nvSpPr>
        <p:spPr>
          <a:xfrm>
            <a:off x="16459200" y="1200150"/>
            <a:ext cx="133350" cy="13335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pixel-plus-2-0">
            <a:extLst>
              <a:ext uri="{FF2B5EF4-FFF2-40B4-BE49-F238E27FC236}">
                <a16:creationId xmlns:a16="http://schemas.microsoft.com/office/drawing/2014/main" id="{473367F6-BA82-4D62-A37A-01FFF3713E9A}"/>
              </a:ext>
            </a:extLst>
          </p:cNvPr>
          <p:cNvSpPr>
            <a:spLocks noGrp="1"/>
          </p:cNvSpPr>
          <p:nvPr/>
        </p:nvSpPr>
        <p:spPr>
          <a:xfrm>
            <a:off x="16192500" y="1333500"/>
            <a:ext cx="133350" cy="13335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pixel-plus-2-1">
            <a:extLst>
              <a:ext uri="{FF2B5EF4-FFF2-40B4-BE49-F238E27FC236}">
                <a16:creationId xmlns:a16="http://schemas.microsoft.com/office/drawing/2014/main" id="{A5B229F1-66FC-40E7-906B-A0BCD31E1073}"/>
              </a:ext>
            </a:extLst>
          </p:cNvPr>
          <p:cNvSpPr>
            <a:spLocks noGrp="1"/>
          </p:cNvSpPr>
          <p:nvPr/>
        </p:nvSpPr>
        <p:spPr>
          <a:xfrm>
            <a:off x="16325850" y="1333500"/>
            <a:ext cx="133350" cy="13335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" name="pixel-plus-2-2">
            <a:extLst>
              <a:ext uri="{FF2B5EF4-FFF2-40B4-BE49-F238E27FC236}">
                <a16:creationId xmlns:a16="http://schemas.microsoft.com/office/drawing/2014/main" id="{2AC480FF-8943-4686-B7D6-3D898B1A49C8}"/>
              </a:ext>
            </a:extLst>
          </p:cNvPr>
          <p:cNvSpPr>
            <a:spLocks noGrp="1"/>
          </p:cNvSpPr>
          <p:nvPr/>
        </p:nvSpPr>
        <p:spPr>
          <a:xfrm>
            <a:off x="16459200" y="1333500"/>
            <a:ext cx="133350" cy="13335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3" name="pixel-plus-2-3">
            <a:extLst>
              <a:ext uri="{FF2B5EF4-FFF2-40B4-BE49-F238E27FC236}">
                <a16:creationId xmlns:a16="http://schemas.microsoft.com/office/drawing/2014/main" id="{364DBBDF-A71A-4B7C-98AC-84130E0D8216}"/>
              </a:ext>
            </a:extLst>
          </p:cNvPr>
          <p:cNvSpPr>
            <a:spLocks noGrp="1"/>
          </p:cNvSpPr>
          <p:nvPr/>
        </p:nvSpPr>
        <p:spPr>
          <a:xfrm>
            <a:off x="16592550" y="1333500"/>
            <a:ext cx="133350" cy="13335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" name="pixel-plus-2-4">
            <a:extLst>
              <a:ext uri="{FF2B5EF4-FFF2-40B4-BE49-F238E27FC236}">
                <a16:creationId xmlns:a16="http://schemas.microsoft.com/office/drawing/2014/main" id="{6CC839C6-9F11-45CF-A4BF-CCA29C33A0F5}"/>
              </a:ext>
            </a:extLst>
          </p:cNvPr>
          <p:cNvSpPr>
            <a:spLocks noGrp="1"/>
          </p:cNvSpPr>
          <p:nvPr/>
        </p:nvSpPr>
        <p:spPr>
          <a:xfrm>
            <a:off x="16725900" y="1333500"/>
            <a:ext cx="133350" cy="13335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5" name="pixel-plus-3-2">
            <a:extLst>
              <a:ext uri="{FF2B5EF4-FFF2-40B4-BE49-F238E27FC236}">
                <a16:creationId xmlns:a16="http://schemas.microsoft.com/office/drawing/2014/main" id="{E4C862BD-4E80-4EA4-9E61-7D5BF6CED995}"/>
              </a:ext>
            </a:extLst>
          </p:cNvPr>
          <p:cNvSpPr>
            <a:spLocks noGrp="1"/>
          </p:cNvSpPr>
          <p:nvPr/>
        </p:nvSpPr>
        <p:spPr>
          <a:xfrm>
            <a:off x="16459200" y="1466850"/>
            <a:ext cx="133350" cy="13335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6" name="pixel-plus-4-2">
            <a:extLst>
              <a:ext uri="{FF2B5EF4-FFF2-40B4-BE49-F238E27FC236}">
                <a16:creationId xmlns:a16="http://schemas.microsoft.com/office/drawing/2014/main" id="{EBDAB6B4-732C-458A-8A32-FB4B7DDCAFE0}"/>
              </a:ext>
            </a:extLst>
          </p:cNvPr>
          <p:cNvSpPr>
            <a:spLocks noGrp="1"/>
          </p:cNvSpPr>
          <p:nvPr/>
        </p:nvSpPr>
        <p:spPr>
          <a:xfrm>
            <a:off x="16459200" y="1600200"/>
            <a:ext cx="133350" cy="13335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7" name="pixel-heart-0-1">
            <a:extLst>
              <a:ext uri="{FF2B5EF4-FFF2-40B4-BE49-F238E27FC236}">
                <a16:creationId xmlns:a16="http://schemas.microsoft.com/office/drawing/2014/main" id="{2D3557CC-4E2F-478F-A1FE-E19119F6E9AD}"/>
              </a:ext>
            </a:extLst>
          </p:cNvPr>
          <p:cNvSpPr>
            <a:spLocks noGrp="1"/>
          </p:cNvSpPr>
          <p:nvPr/>
        </p:nvSpPr>
        <p:spPr>
          <a:xfrm>
            <a:off x="800100" y="85915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8" name="pixel-heart-0-2">
            <a:extLst>
              <a:ext uri="{FF2B5EF4-FFF2-40B4-BE49-F238E27FC236}">
                <a16:creationId xmlns:a16="http://schemas.microsoft.com/office/drawing/2014/main" id="{74B1A110-3A3A-41E3-B774-FD5ADE54C239}"/>
              </a:ext>
            </a:extLst>
          </p:cNvPr>
          <p:cNvSpPr>
            <a:spLocks noGrp="1"/>
          </p:cNvSpPr>
          <p:nvPr/>
        </p:nvSpPr>
        <p:spPr>
          <a:xfrm>
            <a:off x="914400" y="85915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9" name="pixel-heart-0-4">
            <a:extLst>
              <a:ext uri="{FF2B5EF4-FFF2-40B4-BE49-F238E27FC236}">
                <a16:creationId xmlns:a16="http://schemas.microsoft.com/office/drawing/2014/main" id="{1ECFD4B7-2A98-4DF7-85BE-3850A1E5AA1D}"/>
              </a:ext>
            </a:extLst>
          </p:cNvPr>
          <p:cNvSpPr>
            <a:spLocks noGrp="1"/>
          </p:cNvSpPr>
          <p:nvPr/>
        </p:nvSpPr>
        <p:spPr>
          <a:xfrm>
            <a:off x="1143000" y="85915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" name="pixel-heart-0-5">
            <a:extLst>
              <a:ext uri="{FF2B5EF4-FFF2-40B4-BE49-F238E27FC236}">
                <a16:creationId xmlns:a16="http://schemas.microsoft.com/office/drawing/2014/main" id="{3D522882-14FA-4E13-A8E4-9809EA873B1F}"/>
              </a:ext>
            </a:extLst>
          </p:cNvPr>
          <p:cNvSpPr>
            <a:spLocks noGrp="1"/>
          </p:cNvSpPr>
          <p:nvPr/>
        </p:nvSpPr>
        <p:spPr>
          <a:xfrm>
            <a:off x="1257300" y="85915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pixel-heart-1-0">
            <a:extLst>
              <a:ext uri="{FF2B5EF4-FFF2-40B4-BE49-F238E27FC236}">
                <a16:creationId xmlns:a16="http://schemas.microsoft.com/office/drawing/2014/main" id="{75D0EB02-1FF6-4F6C-9E0A-59CF21AF7C85}"/>
              </a:ext>
            </a:extLst>
          </p:cNvPr>
          <p:cNvSpPr>
            <a:spLocks noGrp="1"/>
          </p:cNvSpPr>
          <p:nvPr/>
        </p:nvSpPr>
        <p:spPr>
          <a:xfrm>
            <a:off x="685800" y="87058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" name="pixel-heart-1-1">
            <a:extLst>
              <a:ext uri="{FF2B5EF4-FFF2-40B4-BE49-F238E27FC236}">
                <a16:creationId xmlns:a16="http://schemas.microsoft.com/office/drawing/2014/main" id="{93F8A0FD-26AD-43E2-A76C-76190A01B634}"/>
              </a:ext>
            </a:extLst>
          </p:cNvPr>
          <p:cNvSpPr>
            <a:spLocks noGrp="1"/>
          </p:cNvSpPr>
          <p:nvPr/>
        </p:nvSpPr>
        <p:spPr>
          <a:xfrm>
            <a:off x="800100" y="87058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3" name="pixel-heart-1-2">
            <a:extLst>
              <a:ext uri="{FF2B5EF4-FFF2-40B4-BE49-F238E27FC236}">
                <a16:creationId xmlns:a16="http://schemas.microsoft.com/office/drawing/2014/main" id="{08891675-3AEB-42A2-8345-1E76937A3FEA}"/>
              </a:ext>
            </a:extLst>
          </p:cNvPr>
          <p:cNvSpPr>
            <a:spLocks noGrp="1"/>
          </p:cNvSpPr>
          <p:nvPr/>
        </p:nvSpPr>
        <p:spPr>
          <a:xfrm>
            <a:off x="914400" y="87058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4" name="pixel-heart-1-3">
            <a:extLst>
              <a:ext uri="{FF2B5EF4-FFF2-40B4-BE49-F238E27FC236}">
                <a16:creationId xmlns:a16="http://schemas.microsoft.com/office/drawing/2014/main" id="{61735779-8EF8-43D2-B247-2399A5C4B0BB}"/>
              </a:ext>
            </a:extLst>
          </p:cNvPr>
          <p:cNvSpPr>
            <a:spLocks noGrp="1"/>
          </p:cNvSpPr>
          <p:nvPr/>
        </p:nvSpPr>
        <p:spPr>
          <a:xfrm>
            <a:off x="1028700" y="87058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5" name="pixel-heart-1-4">
            <a:extLst>
              <a:ext uri="{FF2B5EF4-FFF2-40B4-BE49-F238E27FC236}">
                <a16:creationId xmlns:a16="http://schemas.microsoft.com/office/drawing/2014/main" id="{E699E6F8-DFE8-49F9-802C-A7E7695A77C9}"/>
              </a:ext>
            </a:extLst>
          </p:cNvPr>
          <p:cNvSpPr>
            <a:spLocks noGrp="1"/>
          </p:cNvSpPr>
          <p:nvPr/>
        </p:nvSpPr>
        <p:spPr>
          <a:xfrm>
            <a:off x="1143000" y="87058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6" name="pixel-heart-1-5">
            <a:extLst>
              <a:ext uri="{FF2B5EF4-FFF2-40B4-BE49-F238E27FC236}">
                <a16:creationId xmlns:a16="http://schemas.microsoft.com/office/drawing/2014/main" id="{8794ACA5-E753-4574-965D-D954A34C8D11}"/>
              </a:ext>
            </a:extLst>
          </p:cNvPr>
          <p:cNvSpPr>
            <a:spLocks noGrp="1"/>
          </p:cNvSpPr>
          <p:nvPr/>
        </p:nvSpPr>
        <p:spPr>
          <a:xfrm>
            <a:off x="1257300" y="87058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7" name="pixel-heart-1-6">
            <a:extLst>
              <a:ext uri="{FF2B5EF4-FFF2-40B4-BE49-F238E27FC236}">
                <a16:creationId xmlns:a16="http://schemas.microsoft.com/office/drawing/2014/main" id="{19986F5D-C79B-4F05-8EAB-72C4E0581347}"/>
              </a:ext>
            </a:extLst>
          </p:cNvPr>
          <p:cNvSpPr>
            <a:spLocks noGrp="1"/>
          </p:cNvSpPr>
          <p:nvPr/>
        </p:nvSpPr>
        <p:spPr>
          <a:xfrm>
            <a:off x="1371600" y="87058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8" name="pixel-heart-2-0">
            <a:extLst>
              <a:ext uri="{FF2B5EF4-FFF2-40B4-BE49-F238E27FC236}">
                <a16:creationId xmlns:a16="http://schemas.microsoft.com/office/drawing/2014/main" id="{A6808734-0748-48C4-B71D-16C03EE3623B}"/>
              </a:ext>
            </a:extLst>
          </p:cNvPr>
          <p:cNvSpPr>
            <a:spLocks noGrp="1"/>
          </p:cNvSpPr>
          <p:nvPr/>
        </p:nvSpPr>
        <p:spPr>
          <a:xfrm>
            <a:off x="685800" y="88201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9" name="pixel-heart-2-1">
            <a:extLst>
              <a:ext uri="{FF2B5EF4-FFF2-40B4-BE49-F238E27FC236}">
                <a16:creationId xmlns:a16="http://schemas.microsoft.com/office/drawing/2014/main" id="{6251A7FF-55DC-4624-8D8A-E75E5523F9D1}"/>
              </a:ext>
            </a:extLst>
          </p:cNvPr>
          <p:cNvSpPr>
            <a:spLocks noGrp="1"/>
          </p:cNvSpPr>
          <p:nvPr/>
        </p:nvSpPr>
        <p:spPr>
          <a:xfrm>
            <a:off x="800100" y="88201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" name="pixel-heart-2-2">
            <a:extLst>
              <a:ext uri="{FF2B5EF4-FFF2-40B4-BE49-F238E27FC236}">
                <a16:creationId xmlns:a16="http://schemas.microsoft.com/office/drawing/2014/main" id="{FACB03E9-6055-4ED8-A41D-E69194558EA3}"/>
              </a:ext>
            </a:extLst>
          </p:cNvPr>
          <p:cNvSpPr>
            <a:spLocks noGrp="1"/>
          </p:cNvSpPr>
          <p:nvPr/>
        </p:nvSpPr>
        <p:spPr>
          <a:xfrm>
            <a:off x="914400" y="88201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1" name="pixel-heart-2-3">
            <a:extLst>
              <a:ext uri="{FF2B5EF4-FFF2-40B4-BE49-F238E27FC236}">
                <a16:creationId xmlns:a16="http://schemas.microsoft.com/office/drawing/2014/main" id="{53ADD3DE-E514-435B-AE8F-DFA2D0D2E8DE}"/>
              </a:ext>
            </a:extLst>
          </p:cNvPr>
          <p:cNvSpPr>
            <a:spLocks noGrp="1"/>
          </p:cNvSpPr>
          <p:nvPr/>
        </p:nvSpPr>
        <p:spPr>
          <a:xfrm>
            <a:off x="1028700" y="88201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2" name="pixel-heart-2-4">
            <a:extLst>
              <a:ext uri="{FF2B5EF4-FFF2-40B4-BE49-F238E27FC236}">
                <a16:creationId xmlns:a16="http://schemas.microsoft.com/office/drawing/2014/main" id="{36002914-424D-4313-B974-F148F9020B8A}"/>
              </a:ext>
            </a:extLst>
          </p:cNvPr>
          <p:cNvSpPr>
            <a:spLocks noGrp="1"/>
          </p:cNvSpPr>
          <p:nvPr/>
        </p:nvSpPr>
        <p:spPr>
          <a:xfrm>
            <a:off x="1143000" y="88201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3" name="pixel-heart-2-5">
            <a:extLst>
              <a:ext uri="{FF2B5EF4-FFF2-40B4-BE49-F238E27FC236}">
                <a16:creationId xmlns:a16="http://schemas.microsoft.com/office/drawing/2014/main" id="{A9D134E8-D66C-4E9E-9594-57DA03379664}"/>
              </a:ext>
            </a:extLst>
          </p:cNvPr>
          <p:cNvSpPr>
            <a:spLocks noGrp="1"/>
          </p:cNvSpPr>
          <p:nvPr/>
        </p:nvSpPr>
        <p:spPr>
          <a:xfrm>
            <a:off x="1257300" y="88201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4" name="pixel-heart-2-6">
            <a:extLst>
              <a:ext uri="{FF2B5EF4-FFF2-40B4-BE49-F238E27FC236}">
                <a16:creationId xmlns:a16="http://schemas.microsoft.com/office/drawing/2014/main" id="{A409B0B3-DE0B-4016-BFD5-405FFDC5E2DB}"/>
              </a:ext>
            </a:extLst>
          </p:cNvPr>
          <p:cNvSpPr>
            <a:spLocks noGrp="1"/>
          </p:cNvSpPr>
          <p:nvPr/>
        </p:nvSpPr>
        <p:spPr>
          <a:xfrm>
            <a:off x="1371600" y="88201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5" name="pixel-heart-3-1">
            <a:extLst>
              <a:ext uri="{FF2B5EF4-FFF2-40B4-BE49-F238E27FC236}">
                <a16:creationId xmlns:a16="http://schemas.microsoft.com/office/drawing/2014/main" id="{4C0E5722-D95B-4220-B6DD-575709F5F3FE}"/>
              </a:ext>
            </a:extLst>
          </p:cNvPr>
          <p:cNvSpPr>
            <a:spLocks noGrp="1"/>
          </p:cNvSpPr>
          <p:nvPr/>
        </p:nvSpPr>
        <p:spPr>
          <a:xfrm>
            <a:off x="800100" y="89344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6" name="pixel-heart-3-2">
            <a:extLst>
              <a:ext uri="{FF2B5EF4-FFF2-40B4-BE49-F238E27FC236}">
                <a16:creationId xmlns:a16="http://schemas.microsoft.com/office/drawing/2014/main" id="{F0AE3259-E485-424C-BDA7-C0A9FD63252C}"/>
              </a:ext>
            </a:extLst>
          </p:cNvPr>
          <p:cNvSpPr>
            <a:spLocks noGrp="1"/>
          </p:cNvSpPr>
          <p:nvPr/>
        </p:nvSpPr>
        <p:spPr>
          <a:xfrm>
            <a:off x="914400" y="89344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7" name="pixel-heart-3-3">
            <a:extLst>
              <a:ext uri="{FF2B5EF4-FFF2-40B4-BE49-F238E27FC236}">
                <a16:creationId xmlns:a16="http://schemas.microsoft.com/office/drawing/2014/main" id="{22CBB9E8-3806-499D-981B-D99AE124DFF5}"/>
              </a:ext>
            </a:extLst>
          </p:cNvPr>
          <p:cNvSpPr>
            <a:spLocks noGrp="1"/>
          </p:cNvSpPr>
          <p:nvPr/>
        </p:nvSpPr>
        <p:spPr>
          <a:xfrm>
            <a:off x="1028700" y="89344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8" name="pixel-heart-3-4">
            <a:extLst>
              <a:ext uri="{FF2B5EF4-FFF2-40B4-BE49-F238E27FC236}">
                <a16:creationId xmlns:a16="http://schemas.microsoft.com/office/drawing/2014/main" id="{443987CA-5F79-4279-A18B-48B4237AC758}"/>
              </a:ext>
            </a:extLst>
          </p:cNvPr>
          <p:cNvSpPr>
            <a:spLocks noGrp="1"/>
          </p:cNvSpPr>
          <p:nvPr/>
        </p:nvSpPr>
        <p:spPr>
          <a:xfrm>
            <a:off x="1143000" y="89344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9" name="pixel-heart-3-5">
            <a:extLst>
              <a:ext uri="{FF2B5EF4-FFF2-40B4-BE49-F238E27FC236}">
                <a16:creationId xmlns:a16="http://schemas.microsoft.com/office/drawing/2014/main" id="{6CCF685F-6011-46B7-B59A-88399E390683}"/>
              </a:ext>
            </a:extLst>
          </p:cNvPr>
          <p:cNvSpPr>
            <a:spLocks noGrp="1"/>
          </p:cNvSpPr>
          <p:nvPr/>
        </p:nvSpPr>
        <p:spPr>
          <a:xfrm>
            <a:off x="1257300" y="89344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0" name="pixel-heart-4-2">
            <a:extLst>
              <a:ext uri="{FF2B5EF4-FFF2-40B4-BE49-F238E27FC236}">
                <a16:creationId xmlns:a16="http://schemas.microsoft.com/office/drawing/2014/main" id="{5AD9BA5B-36ED-4920-BAD5-FE6A5E99E964}"/>
              </a:ext>
            </a:extLst>
          </p:cNvPr>
          <p:cNvSpPr>
            <a:spLocks noGrp="1"/>
          </p:cNvSpPr>
          <p:nvPr/>
        </p:nvSpPr>
        <p:spPr>
          <a:xfrm>
            <a:off x="914400" y="90487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1" name="pixel-heart-4-3">
            <a:extLst>
              <a:ext uri="{FF2B5EF4-FFF2-40B4-BE49-F238E27FC236}">
                <a16:creationId xmlns:a16="http://schemas.microsoft.com/office/drawing/2014/main" id="{3E456234-9484-4811-8357-D14F55A02482}"/>
              </a:ext>
            </a:extLst>
          </p:cNvPr>
          <p:cNvSpPr>
            <a:spLocks noGrp="1"/>
          </p:cNvSpPr>
          <p:nvPr/>
        </p:nvSpPr>
        <p:spPr>
          <a:xfrm>
            <a:off x="1028700" y="90487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2" name="pixel-heart-4-4">
            <a:extLst>
              <a:ext uri="{FF2B5EF4-FFF2-40B4-BE49-F238E27FC236}">
                <a16:creationId xmlns:a16="http://schemas.microsoft.com/office/drawing/2014/main" id="{AC401CE8-B8FA-4FB3-A010-903B767CBCC3}"/>
              </a:ext>
            </a:extLst>
          </p:cNvPr>
          <p:cNvSpPr>
            <a:spLocks noGrp="1"/>
          </p:cNvSpPr>
          <p:nvPr/>
        </p:nvSpPr>
        <p:spPr>
          <a:xfrm>
            <a:off x="1143000" y="90487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3" name="pixel-heart-5-3">
            <a:extLst>
              <a:ext uri="{FF2B5EF4-FFF2-40B4-BE49-F238E27FC236}">
                <a16:creationId xmlns:a16="http://schemas.microsoft.com/office/drawing/2014/main" id="{5D8FE783-7E11-4988-BAEA-D82A521AB503}"/>
              </a:ext>
            </a:extLst>
          </p:cNvPr>
          <p:cNvSpPr>
            <a:spLocks noGrp="1"/>
          </p:cNvSpPr>
          <p:nvPr/>
        </p:nvSpPr>
        <p:spPr>
          <a:xfrm>
            <a:off x="1028700" y="91630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4" name="pixel-arrow-0-2">
            <a:extLst>
              <a:ext uri="{FF2B5EF4-FFF2-40B4-BE49-F238E27FC236}">
                <a16:creationId xmlns:a16="http://schemas.microsoft.com/office/drawing/2014/main" id="{70F432AD-CED3-4BEC-B041-7C4371274EEC}"/>
              </a:ext>
            </a:extLst>
          </p:cNvPr>
          <p:cNvSpPr>
            <a:spLocks noGrp="1"/>
          </p:cNvSpPr>
          <p:nvPr/>
        </p:nvSpPr>
        <p:spPr>
          <a:xfrm>
            <a:off x="16516350" y="8553450"/>
            <a:ext cx="114300" cy="11430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5" name="pixel-arrow-1-2">
            <a:extLst>
              <a:ext uri="{FF2B5EF4-FFF2-40B4-BE49-F238E27FC236}">
                <a16:creationId xmlns:a16="http://schemas.microsoft.com/office/drawing/2014/main" id="{386156EC-F6D8-4644-AD3E-4205C39A7A0F}"/>
              </a:ext>
            </a:extLst>
          </p:cNvPr>
          <p:cNvSpPr>
            <a:spLocks noGrp="1"/>
          </p:cNvSpPr>
          <p:nvPr/>
        </p:nvSpPr>
        <p:spPr>
          <a:xfrm>
            <a:off x="16516350" y="8667750"/>
            <a:ext cx="114300" cy="11430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6" name="pixel-arrow-1-3">
            <a:extLst>
              <a:ext uri="{FF2B5EF4-FFF2-40B4-BE49-F238E27FC236}">
                <a16:creationId xmlns:a16="http://schemas.microsoft.com/office/drawing/2014/main" id="{6BDA004D-7EF3-449F-9C93-6435B155A3B1}"/>
              </a:ext>
            </a:extLst>
          </p:cNvPr>
          <p:cNvSpPr>
            <a:spLocks noGrp="1"/>
          </p:cNvSpPr>
          <p:nvPr/>
        </p:nvSpPr>
        <p:spPr>
          <a:xfrm>
            <a:off x="16630650" y="8667750"/>
            <a:ext cx="114300" cy="11430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7" name="pixel-arrow-2-0">
            <a:extLst>
              <a:ext uri="{FF2B5EF4-FFF2-40B4-BE49-F238E27FC236}">
                <a16:creationId xmlns:a16="http://schemas.microsoft.com/office/drawing/2014/main" id="{1073F062-22DE-444E-9344-F7837241E9DB}"/>
              </a:ext>
            </a:extLst>
          </p:cNvPr>
          <p:cNvSpPr>
            <a:spLocks noGrp="1"/>
          </p:cNvSpPr>
          <p:nvPr/>
        </p:nvSpPr>
        <p:spPr>
          <a:xfrm>
            <a:off x="16287750" y="8782050"/>
            <a:ext cx="114300" cy="11430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8" name="pixel-arrow-2-1">
            <a:extLst>
              <a:ext uri="{FF2B5EF4-FFF2-40B4-BE49-F238E27FC236}">
                <a16:creationId xmlns:a16="http://schemas.microsoft.com/office/drawing/2014/main" id="{9979C77B-BC96-47B0-90BD-19DF28F7C3CA}"/>
              </a:ext>
            </a:extLst>
          </p:cNvPr>
          <p:cNvSpPr>
            <a:spLocks noGrp="1"/>
          </p:cNvSpPr>
          <p:nvPr/>
        </p:nvSpPr>
        <p:spPr>
          <a:xfrm>
            <a:off x="16402050" y="8782050"/>
            <a:ext cx="114300" cy="11430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9" name="pixel-arrow-2-2">
            <a:extLst>
              <a:ext uri="{FF2B5EF4-FFF2-40B4-BE49-F238E27FC236}">
                <a16:creationId xmlns:a16="http://schemas.microsoft.com/office/drawing/2014/main" id="{9E5A2DDC-B7A3-4919-9093-F9C89385B28B}"/>
              </a:ext>
            </a:extLst>
          </p:cNvPr>
          <p:cNvSpPr>
            <a:spLocks noGrp="1"/>
          </p:cNvSpPr>
          <p:nvPr/>
        </p:nvSpPr>
        <p:spPr>
          <a:xfrm>
            <a:off x="16516350" y="8782050"/>
            <a:ext cx="114300" cy="11430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0" name="pixel-arrow-2-3">
            <a:extLst>
              <a:ext uri="{FF2B5EF4-FFF2-40B4-BE49-F238E27FC236}">
                <a16:creationId xmlns:a16="http://schemas.microsoft.com/office/drawing/2014/main" id="{B9592974-751C-4AC1-A587-9E438784F3A2}"/>
              </a:ext>
            </a:extLst>
          </p:cNvPr>
          <p:cNvSpPr>
            <a:spLocks noGrp="1"/>
          </p:cNvSpPr>
          <p:nvPr/>
        </p:nvSpPr>
        <p:spPr>
          <a:xfrm>
            <a:off x="16630650" y="8782050"/>
            <a:ext cx="114300" cy="11430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1" name="pixel-arrow-2-4">
            <a:extLst>
              <a:ext uri="{FF2B5EF4-FFF2-40B4-BE49-F238E27FC236}">
                <a16:creationId xmlns:a16="http://schemas.microsoft.com/office/drawing/2014/main" id="{2F233DC8-C46F-4186-92B5-776482281D37}"/>
              </a:ext>
            </a:extLst>
          </p:cNvPr>
          <p:cNvSpPr>
            <a:spLocks noGrp="1"/>
          </p:cNvSpPr>
          <p:nvPr/>
        </p:nvSpPr>
        <p:spPr>
          <a:xfrm>
            <a:off x="16744950" y="8782050"/>
            <a:ext cx="114300" cy="11430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2" name="pixel-arrow-3-2">
            <a:extLst>
              <a:ext uri="{FF2B5EF4-FFF2-40B4-BE49-F238E27FC236}">
                <a16:creationId xmlns:a16="http://schemas.microsoft.com/office/drawing/2014/main" id="{84D223AE-1AA9-4813-A854-58B9BD410D2E}"/>
              </a:ext>
            </a:extLst>
          </p:cNvPr>
          <p:cNvSpPr>
            <a:spLocks noGrp="1"/>
          </p:cNvSpPr>
          <p:nvPr/>
        </p:nvSpPr>
        <p:spPr>
          <a:xfrm>
            <a:off x="16516350" y="8896350"/>
            <a:ext cx="114300" cy="11430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3" name="pixel-arrow-3-3">
            <a:extLst>
              <a:ext uri="{FF2B5EF4-FFF2-40B4-BE49-F238E27FC236}">
                <a16:creationId xmlns:a16="http://schemas.microsoft.com/office/drawing/2014/main" id="{6FB40EA5-A217-45AB-9306-F7F3741A061A}"/>
              </a:ext>
            </a:extLst>
          </p:cNvPr>
          <p:cNvSpPr>
            <a:spLocks noGrp="1"/>
          </p:cNvSpPr>
          <p:nvPr/>
        </p:nvSpPr>
        <p:spPr>
          <a:xfrm>
            <a:off x="16630650" y="8896350"/>
            <a:ext cx="114300" cy="11430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4" name="pixel-arrow-4-2">
            <a:extLst>
              <a:ext uri="{FF2B5EF4-FFF2-40B4-BE49-F238E27FC236}">
                <a16:creationId xmlns:a16="http://schemas.microsoft.com/office/drawing/2014/main" id="{F5BE8CB5-44D5-4EE0-8552-97AC991EB615}"/>
              </a:ext>
            </a:extLst>
          </p:cNvPr>
          <p:cNvSpPr>
            <a:spLocks noGrp="1"/>
          </p:cNvSpPr>
          <p:nvPr/>
        </p:nvSpPr>
        <p:spPr>
          <a:xfrm>
            <a:off x="16516350" y="9010650"/>
            <a:ext cx="114300" cy="11430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5" name="footer-context">
            <a:extLst>
              <a:ext uri="{FF2B5EF4-FFF2-40B4-BE49-F238E27FC236}">
                <a16:creationId xmlns:a16="http://schemas.microsoft.com/office/drawing/2014/main" id="{015255EF-4B70-4904-B5A3-E9F6C6B17D66}"/>
              </a:ext>
            </a:extLst>
          </p:cNvPr>
          <p:cNvSpPr>
            <a:spLocks noGrp="1"/>
          </p:cNvSpPr>
          <p:nvPr/>
        </p:nvSpPr>
        <p:spPr>
          <a:xfrm>
            <a:off x="895350" y="400050"/>
            <a:ext cx="7239000" cy="3429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350" b="0">
                <a:solidFill>
                  <a:srgbClr val="C9C6E8"/>
                </a:solidFill>
                <a:latin typeface="Consolas"/>
                <a:ea typeface="Consolas"/>
                <a:cs typeface="Consolas"/>
              </a:defRPr>
            </a:pPr>
            <a:r>
              <a:t>7 ATE 9 | CSE 110 | SPRINT 1 INTERVIEW</a:t>
            </a:r>
          </a:p>
        </p:txBody>
      </p:sp>
      <p:sp>
        <p:nvSpPr>
          <p:cNvPr id="86" name="slide-number">
            <a:extLst>
              <a:ext uri="{FF2B5EF4-FFF2-40B4-BE49-F238E27FC236}">
                <a16:creationId xmlns:a16="http://schemas.microsoft.com/office/drawing/2014/main" id="{B4EF4081-33EA-4EBE-925C-56903CE11737}"/>
              </a:ext>
            </a:extLst>
          </p:cNvPr>
          <p:cNvSpPr>
            <a:spLocks noGrp="1"/>
          </p:cNvSpPr>
          <p:nvPr/>
        </p:nvSpPr>
        <p:spPr>
          <a:xfrm>
            <a:off x="16821150" y="400050"/>
            <a:ext cx="7048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r">
              <a:defRPr sz="1500" b="1">
                <a:solidFill>
                  <a:srgbClr val="B111FF"/>
                </a:solidFill>
                <a:latin typeface="Consolas"/>
                <a:ea typeface="Consolas"/>
                <a:cs typeface="Consolas"/>
              </a:defRPr>
            </a:pPr>
            <a:r>
              <a:t>02</a:t>
            </a:r>
          </a:p>
        </p:txBody>
      </p:sp>
      <p:sp>
        <p:nvSpPr>
          <p:cNvPr id="87" name="slide-title">
            <a:extLst>
              <a:ext uri="{FF2B5EF4-FFF2-40B4-BE49-F238E27FC236}">
                <a16:creationId xmlns:a16="http://schemas.microsoft.com/office/drawing/2014/main" id="{33FC194C-B479-40B9-9198-B68BAA5E2BFA}"/>
              </a:ext>
            </a:extLst>
          </p:cNvPr>
          <p:cNvSpPr>
            <a:spLocks noGrp="1"/>
          </p:cNvSpPr>
          <p:nvPr/>
        </p:nvSpPr>
        <p:spPr>
          <a:xfrm>
            <a:off x="895350" y="914400"/>
            <a:ext cx="11049000" cy="8191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4050" b="1">
                <a:solidFill>
                  <a:srgbClr val="F6F3FF"/>
                </a:solidFill>
                <a:latin typeface="Bahnschrift"/>
                <a:ea typeface="Bahnschrift"/>
                <a:cs typeface="Bahnschrift"/>
              </a:defRPr>
            </a:pPr>
            <a:r>
              <a:t>Possible System Flow</a:t>
            </a:r>
          </a:p>
        </p:txBody>
      </p:sp>
      <p:sp>
        <p:nvSpPr>
          <p:cNvPr id="88" name="slide-subtitle">
            <a:extLst>
              <a:ext uri="{FF2B5EF4-FFF2-40B4-BE49-F238E27FC236}">
                <a16:creationId xmlns:a16="http://schemas.microsoft.com/office/drawing/2014/main" id="{74AF30B3-4440-4A2F-BB3E-E326EC49012A}"/>
              </a:ext>
            </a:extLst>
          </p:cNvPr>
          <p:cNvSpPr>
            <a:spLocks noGrp="1"/>
          </p:cNvSpPr>
          <p:nvPr/>
        </p:nvSpPr>
        <p:spPr>
          <a:xfrm>
            <a:off x="933450" y="1657350"/>
            <a:ext cx="933450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650" b="0">
                <a:solidFill>
                  <a:srgbClr val="C9C6E8"/>
                </a:solidFill>
                <a:latin typeface="Aptos"/>
                <a:ea typeface="Aptos"/>
                <a:cs typeface="Aptos"/>
              </a:defRPr>
            </a:pPr>
            <a:r>
              <a:t>Telemetry moves from the client app to a dashboard through a simple ingestion path</a:t>
            </a:r>
          </a:p>
        </p:txBody>
      </p:sp>
      <p:sp>
        <p:nvSpPr>
          <p:cNvPr id="89" name="title-rule">
            <a:extLst>
              <a:ext uri="{FF2B5EF4-FFF2-40B4-BE49-F238E27FC236}">
                <a16:creationId xmlns:a16="http://schemas.microsoft.com/office/drawing/2014/main" id="{6BB29954-7606-465F-A670-E30D6C5DFC7B}"/>
              </a:ext>
            </a:extLst>
          </p:cNvPr>
          <p:cNvSpPr>
            <a:spLocks noGrp="1"/>
          </p:cNvSpPr>
          <p:nvPr/>
        </p:nvSpPr>
        <p:spPr>
          <a:xfrm>
            <a:off x="914400" y="2133600"/>
            <a:ext cx="2190750" cy="47625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0" name="flow-line-summary">
            <a:extLst>
              <a:ext uri="{FF2B5EF4-FFF2-40B4-BE49-F238E27FC236}">
                <a16:creationId xmlns:a16="http://schemas.microsoft.com/office/drawing/2014/main" id="{E6FD820D-7584-4CB7-AD60-C8A57FEAAB06}"/>
              </a:ext>
            </a:extLst>
          </p:cNvPr>
          <p:cNvSpPr>
            <a:spLocks noGrp="1"/>
          </p:cNvSpPr>
          <p:nvPr/>
        </p:nvSpPr>
        <p:spPr>
          <a:xfrm>
            <a:off x="990600" y="2400300"/>
            <a:ext cx="13906500" cy="3429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>
              <a:defRPr sz="1800" b="0">
                <a:solidFill>
                  <a:srgbClr val="C9C6E8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Test App -&gt; collector.js -&gt; </a:t>
            </a:r>
            <a:r>
              <a:rPr dirty="0" err="1"/>
              <a:t>WatchTower</a:t>
            </a:r>
            <a:r>
              <a:rPr dirty="0"/>
              <a:t> API -&gt; database </a:t>
            </a:r>
            <a:r>
              <a:rPr lang="en-US" dirty="0"/>
              <a:t>&lt;</a:t>
            </a:r>
            <a:r>
              <a:rPr dirty="0"/>
              <a:t>- </a:t>
            </a:r>
            <a:r>
              <a:rPr lang="en-US" dirty="0" err="1"/>
              <a:t>WatchTower</a:t>
            </a:r>
            <a:r>
              <a:rPr lang="en-US" dirty="0"/>
              <a:t> API &lt;- Dashboard</a:t>
            </a:r>
            <a:endParaRPr dirty="0"/>
          </a:p>
        </p:txBody>
      </p:sp>
      <p:sp>
        <p:nvSpPr>
          <p:cNvPr id="91" name="client-node">
            <a:extLst>
              <a:ext uri="{FF2B5EF4-FFF2-40B4-BE49-F238E27FC236}">
                <a16:creationId xmlns:a16="http://schemas.microsoft.com/office/drawing/2014/main" id="{B738D46B-B25E-410B-BF95-1B7D81C63823}"/>
              </a:ext>
            </a:extLst>
          </p:cNvPr>
          <p:cNvSpPr>
            <a:spLocks noGrp="1"/>
          </p:cNvSpPr>
          <p:nvPr/>
        </p:nvSpPr>
        <p:spPr>
          <a:xfrm>
            <a:off x="2190750" y="3228975"/>
            <a:ext cx="2838450" cy="2495550"/>
          </a:xfrm>
          <a:prstGeom prst="roundRect">
            <a:avLst>
              <a:gd name="adj" fmla="val 2469"/>
            </a:avLst>
          </a:prstGeom>
          <a:solidFill>
            <a:srgbClr val="0B0E4B"/>
          </a:solidFill>
          <a:ln w="28575">
            <a:solidFill>
              <a:srgbClr val="249C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2" name="client-node-heading">
            <a:extLst>
              <a:ext uri="{FF2B5EF4-FFF2-40B4-BE49-F238E27FC236}">
                <a16:creationId xmlns:a16="http://schemas.microsoft.com/office/drawing/2014/main" id="{67119A04-2F6D-41E4-BB69-C28BE5B4F952}"/>
              </a:ext>
            </a:extLst>
          </p:cNvPr>
          <p:cNvSpPr>
            <a:spLocks noGrp="1"/>
          </p:cNvSpPr>
          <p:nvPr/>
        </p:nvSpPr>
        <p:spPr>
          <a:xfrm>
            <a:off x="2266950" y="3362325"/>
            <a:ext cx="2781300" cy="4953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2100" b="1">
                <a:solidFill>
                  <a:srgbClr val="F6F3FF"/>
                </a:solidFill>
                <a:latin typeface="Bahnschrift"/>
                <a:ea typeface="Bahnschrift"/>
                <a:cs typeface="Bahnschrift"/>
              </a:defRPr>
            </a:pPr>
            <a:r>
              <a:rPr dirty="0"/>
              <a:t>Test App / Client App</a:t>
            </a:r>
          </a:p>
        </p:txBody>
      </p:sp>
      <p:sp>
        <p:nvSpPr>
          <p:cNvPr id="93" name="client-node-body">
            <a:extLst>
              <a:ext uri="{FF2B5EF4-FFF2-40B4-BE49-F238E27FC236}">
                <a16:creationId xmlns:a16="http://schemas.microsoft.com/office/drawing/2014/main" id="{39A4F63B-AC0C-4E14-87ED-F3C85A965F3A}"/>
              </a:ext>
            </a:extLst>
          </p:cNvPr>
          <p:cNvSpPr>
            <a:spLocks noGrp="1"/>
          </p:cNvSpPr>
          <p:nvPr/>
        </p:nvSpPr>
        <p:spPr>
          <a:xfrm>
            <a:off x="2343150" y="3857625"/>
            <a:ext cx="2781300" cy="20193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575" b="0">
                <a:solidFill>
                  <a:srgbClr val="C9C6E8"/>
                </a:solidFill>
                <a:latin typeface="Aptos"/>
                <a:ea typeface="Aptos"/>
                <a:cs typeface="Aptos"/>
              </a:defRPr>
            </a:pPr>
            <a:r>
              <a:rPr dirty="0"/>
              <a:t>User interacts with the app.</a:t>
            </a:r>
          </a:p>
          <a:p>
            <a:pPr algn="l">
              <a:defRPr sz="1575" b="0">
                <a:solidFill>
                  <a:srgbClr val="C9C6E8"/>
                </a:solidFill>
                <a:latin typeface="Aptos"/>
                <a:ea typeface="Aptos"/>
                <a:cs typeface="Aptos"/>
              </a:defRPr>
            </a:pPr>
            <a:r>
              <a:rPr dirty="0"/>
              <a:t>The app includes a small collector script.</a:t>
            </a:r>
          </a:p>
        </p:txBody>
      </p:sp>
      <p:sp>
        <p:nvSpPr>
          <p:cNvPr id="94" name="collector-chip">
            <a:extLst>
              <a:ext uri="{FF2B5EF4-FFF2-40B4-BE49-F238E27FC236}">
                <a16:creationId xmlns:a16="http://schemas.microsoft.com/office/drawing/2014/main" id="{90CC7ECA-0D78-49C0-A6B9-891238E54FA9}"/>
              </a:ext>
            </a:extLst>
          </p:cNvPr>
          <p:cNvSpPr>
            <a:spLocks noGrp="1"/>
          </p:cNvSpPr>
          <p:nvPr/>
        </p:nvSpPr>
        <p:spPr>
          <a:xfrm>
            <a:off x="2571750" y="4781550"/>
            <a:ext cx="2095500" cy="666750"/>
          </a:xfrm>
          <a:prstGeom prst="roundRect">
            <a:avLst>
              <a:gd name="adj" fmla="val 11429"/>
            </a:avLst>
          </a:prstGeom>
          <a:solidFill>
            <a:srgbClr val="080A3D"/>
          </a:solidFill>
          <a:ln w="28575">
            <a:solidFill>
              <a:srgbClr val="6EE0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5" name="collector-chip-text">
            <a:extLst>
              <a:ext uri="{FF2B5EF4-FFF2-40B4-BE49-F238E27FC236}">
                <a16:creationId xmlns:a16="http://schemas.microsoft.com/office/drawing/2014/main" id="{CAD8B66B-7B90-4DAD-BF15-EA48C0DACC63}"/>
              </a:ext>
            </a:extLst>
          </p:cNvPr>
          <p:cNvSpPr>
            <a:spLocks noGrp="1"/>
          </p:cNvSpPr>
          <p:nvPr/>
        </p:nvSpPr>
        <p:spPr>
          <a:xfrm>
            <a:off x="2733675" y="4943475"/>
            <a:ext cx="1714500" cy="3429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575" b="1">
                <a:solidFill>
                  <a:srgbClr val="6EE000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collector.js</a:t>
            </a:r>
          </a:p>
        </p:txBody>
      </p:sp>
      <p:sp>
        <p:nvSpPr>
          <p:cNvPr id="96" name="client-to-api-arrow">
            <a:extLst>
              <a:ext uri="{FF2B5EF4-FFF2-40B4-BE49-F238E27FC236}">
                <a16:creationId xmlns:a16="http://schemas.microsoft.com/office/drawing/2014/main" id="{87B81933-FB5D-44B9-83F6-84A81F36455F}"/>
              </a:ext>
            </a:extLst>
          </p:cNvPr>
          <p:cNvSpPr>
            <a:spLocks noGrp="1"/>
          </p:cNvSpPr>
          <p:nvPr/>
        </p:nvSpPr>
        <p:spPr>
          <a:xfrm>
            <a:off x="5581650" y="4086225"/>
            <a:ext cx="1809750" cy="609600"/>
          </a:xfrm>
          <a:prstGeom prst="rightArrow">
            <a:avLst/>
          </a:prstGeom>
          <a:solidFill>
            <a:srgbClr val="B111FF"/>
          </a:solidFill>
          <a:ln w="9525">
            <a:solidFill>
              <a:srgbClr val="B111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7" name="telemetry-label">
            <a:extLst>
              <a:ext uri="{FF2B5EF4-FFF2-40B4-BE49-F238E27FC236}">
                <a16:creationId xmlns:a16="http://schemas.microsoft.com/office/drawing/2014/main" id="{7D2D976B-9E95-4555-AF04-6BD78961C464}"/>
              </a:ext>
            </a:extLst>
          </p:cNvPr>
          <p:cNvSpPr>
            <a:spLocks noGrp="1"/>
          </p:cNvSpPr>
          <p:nvPr/>
        </p:nvSpPr>
        <p:spPr>
          <a:xfrm>
            <a:off x="5200650" y="3486150"/>
            <a:ext cx="2324100" cy="7239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350" b="0">
                <a:solidFill>
                  <a:srgbClr val="F6F3FF"/>
                </a:solidFill>
                <a:latin typeface="Aptos"/>
                <a:ea typeface="Aptos"/>
                <a:cs typeface="Aptos"/>
              </a:defRPr>
            </a:pPr>
            <a:r>
              <a:rPr dirty="0">
                <a:solidFill>
                  <a:srgbClr val="B111FF"/>
                </a:solidFill>
              </a:rPr>
              <a:t>send event batch</a:t>
            </a:r>
          </a:p>
          <a:p>
            <a:pPr algn="ctr">
              <a:defRPr sz="1350" b="0">
                <a:solidFill>
                  <a:srgbClr val="F6F3FF"/>
                </a:solidFill>
                <a:latin typeface="Aptos"/>
                <a:ea typeface="Aptos"/>
                <a:cs typeface="Aptos"/>
              </a:defRPr>
            </a:pPr>
            <a:r>
              <a:rPr dirty="0">
                <a:solidFill>
                  <a:srgbClr val="B111FF"/>
                </a:solidFill>
              </a:rPr>
              <a:t>errors | perf | feedback | version</a:t>
            </a:r>
          </a:p>
        </p:txBody>
      </p:sp>
      <p:sp>
        <p:nvSpPr>
          <p:cNvPr id="98" name="api-node">
            <a:extLst>
              <a:ext uri="{FF2B5EF4-FFF2-40B4-BE49-F238E27FC236}">
                <a16:creationId xmlns:a16="http://schemas.microsoft.com/office/drawing/2014/main" id="{B4EF8B99-189D-4A89-893E-C5C2B2DB0856}"/>
              </a:ext>
            </a:extLst>
          </p:cNvPr>
          <p:cNvSpPr>
            <a:spLocks noGrp="1"/>
          </p:cNvSpPr>
          <p:nvPr/>
        </p:nvSpPr>
        <p:spPr>
          <a:xfrm>
            <a:off x="7896225" y="3171824"/>
            <a:ext cx="2647950" cy="2543175"/>
          </a:xfrm>
          <a:prstGeom prst="roundRect">
            <a:avLst>
              <a:gd name="adj" fmla="val 2312"/>
            </a:avLst>
          </a:prstGeom>
          <a:solidFill>
            <a:srgbClr val="0B0E4B"/>
          </a:solidFill>
          <a:ln w="28575">
            <a:solidFill>
              <a:srgbClr val="B111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9" name="api-node-heading">
            <a:extLst>
              <a:ext uri="{FF2B5EF4-FFF2-40B4-BE49-F238E27FC236}">
                <a16:creationId xmlns:a16="http://schemas.microsoft.com/office/drawing/2014/main" id="{D5081166-59A7-47C0-A1FB-B05862A05EBB}"/>
              </a:ext>
            </a:extLst>
          </p:cNvPr>
          <p:cNvSpPr>
            <a:spLocks noGrp="1"/>
          </p:cNvSpPr>
          <p:nvPr/>
        </p:nvSpPr>
        <p:spPr>
          <a:xfrm>
            <a:off x="8134350" y="3352800"/>
            <a:ext cx="2762250" cy="4953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2100" b="1">
                <a:solidFill>
                  <a:srgbClr val="F6F3FF"/>
                </a:solidFill>
                <a:latin typeface="Bahnschrift"/>
                <a:ea typeface="Bahnschrift"/>
                <a:cs typeface="Bahnschrift"/>
              </a:defRPr>
            </a:pPr>
            <a:r>
              <a:rPr dirty="0" err="1"/>
              <a:t>WatchTower</a:t>
            </a:r>
            <a:r>
              <a:rPr dirty="0"/>
              <a:t> API</a:t>
            </a:r>
          </a:p>
        </p:txBody>
      </p:sp>
      <p:sp>
        <p:nvSpPr>
          <p:cNvPr id="100" name="api-node-body">
            <a:extLst>
              <a:ext uri="{FF2B5EF4-FFF2-40B4-BE49-F238E27FC236}">
                <a16:creationId xmlns:a16="http://schemas.microsoft.com/office/drawing/2014/main" id="{B9B1A4D8-955E-4697-916F-71C037BDAD26}"/>
              </a:ext>
            </a:extLst>
          </p:cNvPr>
          <p:cNvSpPr>
            <a:spLocks noGrp="1"/>
          </p:cNvSpPr>
          <p:nvPr/>
        </p:nvSpPr>
        <p:spPr>
          <a:xfrm>
            <a:off x="8048625" y="3990975"/>
            <a:ext cx="2762250" cy="23241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575" b="0">
                <a:solidFill>
                  <a:srgbClr val="C9C6E8"/>
                </a:solidFill>
                <a:latin typeface="Aptos"/>
                <a:ea typeface="Aptos"/>
                <a:cs typeface="Aptos"/>
              </a:defRPr>
            </a:pPr>
            <a:r>
              <a:rPr dirty="0"/>
              <a:t>Ingests events.</a:t>
            </a:r>
          </a:p>
          <a:p>
            <a:pPr algn="l">
              <a:defRPr sz="1575" b="0">
                <a:solidFill>
                  <a:srgbClr val="C9C6E8"/>
                </a:solidFill>
                <a:latin typeface="Aptos"/>
                <a:ea typeface="Aptos"/>
                <a:cs typeface="Aptos"/>
              </a:defRPr>
            </a:pPr>
            <a:r>
              <a:rPr dirty="0"/>
              <a:t>Validates payloads.</a:t>
            </a:r>
          </a:p>
          <a:p>
            <a:pPr algn="l">
              <a:defRPr sz="1575" b="0">
                <a:solidFill>
                  <a:srgbClr val="C9C6E8"/>
                </a:solidFill>
                <a:latin typeface="Aptos"/>
                <a:ea typeface="Aptos"/>
                <a:cs typeface="Aptos"/>
              </a:defRPr>
            </a:pPr>
            <a:r>
              <a:rPr dirty="0"/>
              <a:t>Normalizes and writes records.</a:t>
            </a:r>
          </a:p>
          <a:p>
            <a:pPr algn="l">
              <a:defRPr sz="1575" b="0">
                <a:solidFill>
                  <a:srgbClr val="C9C6E8"/>
                </a:solidFill>
                <a:latin typeface="Aptos"/>
                <a:ea typeface="Aptos"/>
                <a:cs typeface="Aptos"/>
              </a:defRPr>
            </a:pPr>
            <a:r>
              <a:rPr dirty="0"/>
              <a:t>Serves dashboard queries.</a:t>
            </a:r>
          </a:p>
        </p:txBody>
      </p:sp>
      <p:sp>
        <p:nvSpPr>
          <p:cNvPr id="101" name="api-to-db-arrow">
            <a:extLst>
              <a:ext uri="{FF2B5EF4-FFF2-40B4-BE49-F238E27FC236}">
                <a16:creationId xmlns:a16="http://schemas.microsoft.com/office/drawing/2014/main" id="{A4A9198F-8E23-4181-A309-D714EC1E8D74}"/>
              </a:ext>
            </a:extLst>
          </p:cNvPr>
          <p:cNvSpPr>
            <a:spLocks noGrp="1"/>
          </p:cNvSpPr>
          <p:nvPr/>
        </p:nvSpPr>
        <p:spPr>
          <a:xfrm rot="5400000">
            <a:off x="8258175" y="6057900"/>
            <a:ext cx="1066800" cy="552450"/>
          </a:xfrm>
          <a:prstGeom prst="rightArrow">
            <a:avLst/>
          </a:prstGeom>
          <a:solidFill>
            <a:srgbClr val="6EE000"/>
          </a:solidFill>
          <a:ln w="9525">
            <a:solidFill>
              <a:srgbClr val="6EE0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" name="db-arrow-label">
            <a:extLst>
              <a:ext uri="{FF2B5EF4-FFF2-40B4-BE49-F238E27FC236}">
                <a16:creationId xmlns:a16="http://schemas.microsoft.com/office/drawing/2014/main" id="{AE61A57C-DDAD-461E-838D-E3F8BCAF74F6}"/>
              </a:ext>
            </a:extLst>
          </p:cNvPr>
          <p:cNvSpPr>
            <a:spLocks noGrp="1"/>
          </p:cNvSpPr>
          <p:nvPr/>
        </p:nvSpPr>
        <p:spPr>
          <a:xfrm>
            <a:off x="7572375" y="6019800"/>
            <a:ext cx="123825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350" b="1">
                <a:solidFill>
                  <a:srgbClr val="6EE000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write / read</a:t>
            </a:r>
          </a:p>
        </p:txBody>
      </p:sp>
      <p:sp>
        <p:nvSpPr>
          <p:cNvPr id="103" name="db-node">
            <a:extLst>
              <a:ext uri="{FF2B5EF4-FFF2-40B4-BE49-F238E27FC236}">
                <a16:creationId xmlns:a16="http://schemas.microsoft.com/office/drawing/2014/main" id="{352401E5-605B-49BC-B293-220F46AA578E}"/>
              </a:ext>
            </a:extLst>
          </p:cNvPr>
          <p:cNvSpPr>
            <a:spLocks noGrp="1"/>
          </p:cNvSpPr>
          <p:nvPr/>
        </p:nvSpPr>
        <p:spPr>
          <a:xfrm>
            <a:off x="8058918" y="6896100"/>
            <a:ext cx="2322564" cy="2419350"/>
          </a:xfrm>
          <a:prstGeom prst="flowChartMagneticDisk">
            <a:avLst/>
          </a:prstGeom>
          <a:solidFill>
            <a:srgbClr val="0B0E4B"/>
          </a:solidFill>
          <a:ln w="28575">
            <a:solidFill>
              <a:srgbClr val="6EE0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4" name="db-node-heading">
            <a:extLst>
              <a:ext uri="{FF2B5EF4-FFF2-40B4-BE49-F238E27FC236}">
                <a16:creationId xmlns:a16="http://schemas.microsoft.com/office/drawing/2014/main" id="{59E66F94-7372-46F8-AB81-D14F22DC0879}"/>
              </a:ext>
            </a:extLst>
          </p:cNvPr>
          <p:cNvSpPr>
            <a:spLocks noGrp="1"/>
          </p:cNvSpPr>
          <p:nvPr/>
        </p:nvSpPr>
        <p:spPr>
          <a:xfrm>
            <a:off x="8220075" y="7019925"/>
            <a:ext cx="2038350" cy="4953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2025" b="1">
                <a:solidFill>
                  <a:srgbClr val="F6F3FF"/>
                </a:solidFill>
                <a:latin typeface="Bahnschrift"/>
                <a:ea typeface="Bahnschrift"/>
                <a:cs typeface="Bahnschrift"/>
              </a:defRPr>
            </a:pPr>
            <a:r>
              <a:rPr dirty="0"/>
              <a:t>Database</a:t>
            </a:r>
          </a:p>
        </p:txBody>
      </p:sp>
      <p:sp>
        <p:nvSpPr>
          <p:cNvPr id="105" name="db-node-body">
            <a:extLst>
              <a:ext uri="{FF2B5EF4-FFF2-40B4-BE49-F238E27FC236}">
                <a16:creationId xmlns:a16="http://schemas.microsoft.com/office/drawing/2014/main" id="{3740542C-A031-4FFB-A72F-2B09E0178575}"/>
              </a:ext>
            </a:extLst>
          </p:cNvPr>
          <p:cNvSpPr>
            <a:spLocks noGrp="1"/>
          </p:cNvSpPr>
          <p:nvPr/>
        </p:nvSpPr>
        <p:spPr>
          <a:xfrm>
            <a:off x="8220075" y="7829550"/>
            <a:ext cx="2038350" cy="20955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500" b="0">
                <a:solidFill>
                  <a:srgbClr val="C9C6E8"/>
                </a:solidFill>
                <a:latin typeface="Aptos"/>
                <a:ea typeface="Aptos"/>
                <a:cs typeface="Aptos"/>
              </a:defRPr>
            </a:pPr>
            <a:r>
              <a:rPr dirty="0"/>
              <a:t>events</a:t>
            </a:r>
          </a:p>
          <a:p>
            <a:pPr algn="ctr">
              <a:defRPr sz="1500" b="0">
                <a:solidFill>
                  <a:srgbClr val="C9C6E8"/>
                </a:solidFill>
                <a:latin typeface="Aptos"/>
                <a:ea typeface="Aptos"/>
                <a:cs typeface="Aptos"/>
              </a:defRPr>
            </a:pPr>
            <a:r>
              <a:rPr dirty="0"/>
              <a:t>feedback</a:t>
            </a:r>
          </a:p>
          <a:p>
            <a:pPr algn="ctr">
              <a:defRPr sz="1500" b="0">
                <a:solidFill>
                  <a:srgbClr val="C9C6E8"/>
                </a:solidFill>
                <a:latin typeface="Aptos"/>
                <a:ea typeface="Aptos"/>
                <a:cs typeface="Aptos"/>
              </a:defRPr>
            </a:pPr>
            <a:r>
              <a:rPr dirty="0"/>
              <a:t>release history</a:t>
            </a:r>
          </a:p>
          <a:p>
            <a:pPr algn="ctr">
              <a:defRPr sz="1500" b="0">
                <a:solidFill>
                  <a:srgbClr val="C9C6E8"/>
                </a:solidFill>
                <a:latin typeface="Aptos"/>
                <a:ea typeface="Aptos"/>
                <a:cs typeface="Aptos"/>
              </a:defRPr>
            </a:pPr>
            <a:r>
              <a:rPr dirty="0"/>
              <a:t>project metadata</a:t>
            </a:r>
          </a:p>
        </p:txBody>
      </p:sp>
      <p:sp>
        <p:nvSpPr>
          <p:cNvPr id="106" name="db-to-dashboard-arrow">
            <a:extLst>
              <a:ext uri="{FF2B5EF4-FFF2-40B4-BE49-F238E27FC236}">
                <a16:creationId xmlns:a16="http://schemas.microsoft.com/office/drawing/2014/main" id="{E6DE3E46-EA87-475A-B347-B6DC0C89D00D}"/>
              </a:ext>
            </a:extLst>
          </p:cNvPr>
          <p:cNvSpPr>
            <a:spLocks noGrp="1"/>
          </p:cNvSpPr>
          <p:nvPr/>
        </p:nvSpPr>
        <p:spPr>
          <a:xfrm rot="10800000">
            <a:off x="10853737" y="4086225"/>
            <a:ext cx="1762125" cy="552450"/>
          </a:xfrm>
          <a:prstGeom prst="rightArrow">
            <a:avLst/>
          </a:prstGeom>
          <a:solidFill>
            <a:srgbClr val="249CFF"/>
          </a:solidFill>
          <a:ln w="9525">
            <a:solidFill>
              <a:srgbClr val="249CFF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07" name="dashboard-arrow-label">
            <a:extLst>
              <a:ext uri="{FF2B5EF4-FFF2-40B4-BE49-F238E27FC236}">
                <a16:creationId xmlns:a16="http://schemas.microsoft.com/office/drawing/2014/main" id="{BFFF4089-80DF-48EF-B060-B005E8D69A83}"/>
              </a:ext>
            </a:extLst>
          </p:cNvPr>
          <p:cNvSpPr>
            <a:spLocks noGrp="1"/>
          </p:cNvSpPr>
          <p:nvPr/>
        </p:nvSpPr>
        <p:spPr>
          <a:xfrm>
            <a:off x="11144251" y="3695700"/>
            <a:ext cx="1419224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350" b="1">
                <a:solidFill>
                  <a:srgbClr val="249CFF"/>
                </a:solidFill>
                <a:latin typeface="Consolas"/>
                <a:ea typeface="Consolas"/>
                <a:cs typeface="Consolas"/>
              </a:defRPr>
            </a:pPr>
            <a:r>
              <a:rPr lang="en-US" dirty="0"/>
              <a:t>get dashboard data</a:t>
            </a:r>
            <a:endParaRPr dirty="0"/>
          </a:p>
        </p:txBody>
      </p:sp>
      <p:sp>
        <p:nvSpPr>
          <p:cNvPr id="108" name="dashboard-node">
            <a:extLst>
              <a:ext uri="{FF2B5EF4-FFF2-40B4-BE49-F238E27FC236}">
                <a16:creationId xmlns:a16="http://schemas.microsoft.com/office/drawing/2014/main" id="{47B541E8-38D1-4D1C-AA47-CCA0EB55F9E7}"/>
              </a:ext>
            </a:extLst>
          </p:cNvPr>
          <p:cNvSpPr>
            <a:spLocks noGrp="1"/>
          </p:cNvSpPr>
          <p:nvPr/>
        </p:nvSpPr>
        <p:spPr>
          <a:xfrm>
            <a:off x="13018368" y="3190875"/>
            <a:ext cx="2516138" cy="2495550"/>
          </a:xfrm>
          <a:prstGeom prst="roundRect">
            <a:avLst>
              <a:gd name="adj" fmla="val 3810"/>
            </a:avLst>
          </a:prstGeom>
          <a:solidFill>
            <a:srgbClr val="0B0E4B"/>
          </a:solidFill>
          <a:ln w="28575">
            <a:solidFill>
              <a:srgbClr val="249C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9" name="dashboard-node-heading">
            <a:extLst>
              <a:ext uri="{FF2B5EF4-FFF2-40B4-BE49-F238E27FC236}">
                <a16:creationId xmlns:a16="http://schemas.microsoft.com/office/drawing/2014/main" id="{15AC66F3-6217-4074-AEFE-60A494C1D663}"/>
              </a:ext>
            </a:extLst>
          </p:cNvPr>
          <p:cNvSpPr>
            <a:spLocks noGrp="1"/>
          </p:cNvSpPr>
          <p:nvPr/>
        </p:nvSpPr>
        <p:spPr>
          <a:xfrm>
            <a:off x="13467429" y="3352800"/>
            <a:ext cx="1590060" cy="4953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650" b="1">
                <a:solidFill>
                  <a:srgbClr val="F6F3FF"/>
                </a:solidFill>
                <a:latin typeface="Bahnschrift"/>
                <a:ea typeface="Bahnschrift"/>
                <a:cs typeface="Bahnschrift"/>
              </a:defRPr>
            </a:pPr>
            <a:r>
              <a:rPr sz="2100" dirty="0"/>
              <a:t>Dashboard</a:t>
            </a:r>
          </a:p>
        </p:txBody>
      </p:sp>
      <p:sp>
        <p:nvSpPr>
          <p:cNvPr id="110" name="dashboard-node-body">
            <a:extLst>
              <a:ext uri="{FF2B5EF4-FFF2-40B4-BE49-F238E27FC236}">
                <a16:creationId xmlns:a16="http://schemas.microsoft.com/office/drawing/2014/main" id="{8C0144FA-B462-4CBE-8A40-1F29718E91A8}"/>
              </a:ext>
            </a:extLst>
          </p:cNvPr>
          <p:cNvSpPr>
            <a:spLocks noGrp="1"/>
          </p:cNvSpPr>
          <p:nvPr/>
        </p:nvSpPr>
        <p:spPr>
          <a:xfrm>
            <a:off x="13201650" y="3924300"/>
            <a:ext cx="2209800" cy="1488973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200" b="0">
                <a:solidFill>
                  <a:srgbClr val="C9C6E8"/>
                </a:solidFill>
                <a:latin typeface="Aptos"/>
                <a:ea typeface="Aptos"/>
                <a:cs typeface="Aptos"/>
              </a:defRPr>
            </a:pPr>
            <a:r>
              <a:rPr sz="1580" dirty="0"/>
              <a:t>Shows current</a:t>
            </a:r>
            <a:r>
              <a:rPr lang="en-US" sz="1580" dirty="0"/>
              <a:t> </a:t>
            </a:r>
            <a:r>
              <a:rPr sz="1580" dirty="0"/>
              <a:t>health,</a:t>
            </a:r>
          </a:p>
          <a:p>
            <a:pPr algn="ctr">
              <a:defRPr sz="1200" b="0">
                <a:solidFill>
                  <a:srgbClr val="C9C6E8"/>
                </a:solidFill>
                <a:latin typeface="Aptos"/>
                <a:ea typeface="Aptos"/>
                <a:cs typeface="Aptos"/>
              </a:defRPr>
            </a:pPr>
            <a:r>
              <a:rPr sz="1580" dirty="0"/>
              <a:t>recent errors,</a:t>
            </a:r>
          </a:p>
          <a:p>
            <a:pPr algn="ctr">
              <a:defRPr sz="1200" b="0">
                <a:solidFill>
                  <a:srgbClr val="C9C6E8"/>
                </a:solidFill>
                <a:latin typeface="Aptos"/>
                <a:ea typeface="Aptos"/>
                <a:cs typeface="Aptos"/>
              </a:defRPr>
            </a:pPr>
            <a:r>
              <a:rPr sz="1580" dirty="0"/>
              <a:t>performance warnings,</a:t>
            </a:r>
          </a:p>
          <a:p>
            <a:pPr algn="ctr">
              <a:defRPr sz="1200" b="0">
                <a:solidFill>
                  <a:srgbClr val="C9C6E8"/>
                </a:solidFill>
                <a:latin typeface="Aptos"/>
                <a:ea typeface="Aptos"/>
                <a:cs typeface="Aptos"/>
              </a:defRPr>
            </a:pPr>
            <a:r>
              <a:rPr sz="1580" dirty="0"/>
              <a:t>feedback, and versions.</a:t>
            </a:r>
          </a:p>
        </p:txBody>
      </p:sp>
      <p:sp>
        <p:nvSpPr>
          <p:cNvPr id="111" name="note-rule">
            <a:extLst>
              <a:ext uri="{FF2B5EF4-FFF2-40B4-BE49-F238E27FC236}">
                <a16:creationId xmlns:a16="http://schemas.microsoft.com/office/drawing/2014/main" id="{3F8E34FC-C8FB-40F3-971F-C1A9C6255C3C}"/>
              </a:ext>
            </a:extLst>
          </p:cNvPr>
          <p:cNvSpPr>
            <a:spLocks noGrp="1"/>
          </p:cNvSpPr>
          <p:nvPr/>
        </p:nvSpPr>
        <p:spPr>
          <a:xfrm>
            <a:off x="8020050" y="7086600"/>
            <a:ext cx="6648450" cy="3810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4" name="api-to-db-arrow">
            <a:extLst>
              <a:ext uri="{FF2B5EF4-FFF2-40B4-BE49-F238E27FC236}">
                <a16:creationId xmlns:a16="http://schemas.microsoft.com/office/drawing/2014/main" id="{8CA53F30-245A-EB15-5CA1-2B1895F16494}"/>
              </a:ext>
            </a:extLst>
          </p:cNvPr>
          <p:cNvSpPr>
            <a:spLocks noGrp="1"/>
          </p:cNvSpPr>
          <p:nvPr/>
        </p:nvSpPr>
        <p:spPr>
          <a:xfrm rot="16200000">
            <a:off x="9115425" y="6000750"/>
            <a:ext cx="1066800" cy="552450"/>
          </a:xfrm>
          <a:prstGeom prst="rightArrow">
            <a:avLst/>
          </a:prstGeom>
          <a:solidFill>
            <a:srgbClr val="6EE000"/>
          </a:solidFill>
          <a:ln w="9525">
            <a:solidFill>
              <a:srgbClr val="6EE0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db-arrow-label">
            <a:extLst>
              <a:ext uri="{FF2B5EF4-FFF2-40B4-BE49-F238E27FC236}">
                <a16:creationId xmlns:a16="http://schemas.microsoft.com/office/drawing/2014/main" id="{3685AFFB-CDF0-006A-D17D-EDA8CB5BCD2D}"/>
              </a:ext>
            </a:extLst>
          </p:cNvPr>
          <p:cNvSpPr>
            <a:spLocks noGrp="1"/>
          </p:cNvSpPr>
          <p:nvPr/>
        </p:nvSpPr>
        <p:spPr>
          <a:xfrm>
            <a:off x="9601200" y="6105525"/>
            <a:ext cx="123825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350" b="1">
                <a:solidFill>
                  <a:srgbClr val="6EE000"/>
                </a:solidFill>
                <a:latin typeface="Consolas"/>
                <a:ea typeface="Consolas"/>
                <a:cs typeface="Consolas"/>
              </a:defRPr>
            </a:pPr>
            <a:r>
              <a:rPr lang="en-US" dirty="0"/>
              <a:t>query</a:t>
            </a:r>
          </a:p>
          <a:p>
            <a:pPr algn="ctr">
              <a:defRPr sz="1350" b="1">
                <a:solidFill>
                  <a:srgbClr val="6EE000"/>
                </a:solidFill>
                <a:latin typeface="Consolas"/>
                <a:ea typeface="Consolas"/>
                <a:cs typeface="Consolas"/>
              </a:defRPr>
            </a:pPr>
            <a:r>
              <a:rPr lang="en-US" dirty="0"/>
              <a:t> data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50390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background-base">
            <a:extLst>
              <a:ext uri="{FF2B5EF4-FFF2-40B4-BE49-F238E27FC236}">
                <a16:creationId xmlns:a16="http://schemas.microsoft.com/office/drawing/2014/main" id="{471D42B3-86CA-49AD-BBDC-4779891C86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80A3D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background-depth">
            <a:extLst>
              <a:ext uri="{FF2B5EF4-FFF2-40B4-BE49-F238E27FC236}">
                <a16:creationId xmlns:a16="http://schemas.microsoft.com/office/drawing/2014/main" id="{0E969589-0533-44C3-8F2E-F0D104BDC705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160C65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grid-v-0">
            <a:extLst>
              <a:ext uri="{FF2B5EF4-FFF2-40B4-BE49-F238E27FC236}">
                <a16:creationId xmlns:a16="http://schemas.microsoft.com/office/drawing/2014/main" id="{0A08FD7C-3B8B-47C2-A4B7-C48673D467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9050" cy="1028700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grid-v-88">
            <a:extLst>
              <a:ext uri="{FF2B5EF4-FFF2-40B4-BE49-F238E27FC236}">
                <a16:creationId xmlns:a16="http://schemas.microsoft.com/office/drawing/2014/main" id="{2E3ACFAA-388E-41F9-8EB8-747FC6F6BF7B}"/>
              </a:ext>
            </a:extLst>
          </p:cNvPr>
          <p:cNvSpPr>
            <a:spLocks noGrp="1"/>
          </p:cNvSpPr>
          <p:nvPr/>
        </p:nvSpPr>
        <p:spPr>
          <a:xfrm>
            <a:off x="838200" y="0"/>
            <a:ext cx="19050" cy="1028700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grid-v-176">
            <a:extLst>
              <a:ext uri="{FF2B5EF4-FFF2-40B4-BE49-F238E27FC236}">
                <a16:creationId xmlns:a16="http://schemas.microsoft.com/office/drawing/2014/main" id="{8491E90A-1988-4F91-AA14-73F4DAA005ED}"/>
              </a:ext>
            </a:extLst>
          </p:cNvPr>
          <p:cNvSpPr>
            <a:spLocks noGrp="1"/>
          </p:cNvSpPr>
          <p:nvPr/>
        </p:nvSpPr>
        <p:spPr>
          <a:xfrm>
            <a:off x="1676400" y="0"/>
            <a:ext cx="19050" cy="1028700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grid-v-264">
            <a:extLst>
              <a:ext uri="{FF2B5EF4-FFF2-40B4-BE49-F238E27FC236}">
                <a16:creationId xmlns:a16="http://schemas.microsoft.com/office/drawing/2014/main" id="{B80B10AA-41E2-497E-B7F0-2A1C03117679}"/>
              </a:ext>
            </a:extLst>
          </p:cNvPr>
          <p:cNvSpPr>
            <a:spLocks noGrp="1"/>
          </p:cNvSpPr>
          <p:nvPr/>
        </p:nvSpPr>
        <p:spPr>
          <a:xfrm>
            <a:off x="2514600" y="0"/>
            <a:ext cx="19050" cy="1028700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grid-v-352">
            <a:extLst>
              <a:ext uri="{FF2B5EF4-FFF2-40B4-BE49-F238E27FC236}">
                <a16:creationId xmlns:a16="http://schemas.microsoft.com/office/drawing/2014/main" id="{4102F7BB-A452-4099-AD53-09AC4DD724EE}"/>
              </a:ext>
            </a:extLst>
          </p:cNvPr>
          <p:cNvSpPr>
            <a:spLocks noGrp="1"/>
          </p:cNvSpPr>
          <p:nvPr/>
        </p:nvSpPr>
        <p:spPr>
          <a:xfrm>
            <a:off x="3352800" y="0"/>
            <a:ext cx="19050" cy="1028700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grid-v-440">
            <a:extLst>
              <a:ext uri="{FF2B5EF4-FFF2-40B4-BE49-F238E27FC236}">
                <a16:creationId xmlns:a16="http://schemas.microsoft.com/office/drawing/2014/main" id="{8D2ECDA2-9BF7-419C-B35E-0D44840A6D67}"/>
              </a:ext>
            </a:extLst>
          </p:cNvPr>
          <p:cNvSpPr>
            <a:spLocks noGrp="1"/>
          </p:cNvSpPr>
          <p:nvPr/>
        </p:nvSpPr>
        <p:spPr>
          <a:xfrm>
            <a:off x="4191000" y="0"/>
            <a:ext cx="19050" cy="1028700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grid-v-528">
            <a:extLst>
              <a:ext uri="{FF2B5EF4-FFF2-40B4-BE49-F238E27FC236}">
                <a16:creationId xmlns:a16="http://schemas.microsoft.com/office/drawing/2014/main" id="{195B382C-6B8D-462A-962F-ADA57056E655}"/>
              </a:ext>
            </a:extLst>
          </p:cNvPr>
          <p:cNvSpPr>
            <a:spLocks noGrp="1"/>
          </p:cNvSpPr>
          <p:nvPr/>
        </p:nvSpPr>
        <p:spPr>
          <a:xfrm>
            <a:off x="5029200" y="0"/>
            <a:ext cx="19050" cy="1028700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grid-v-616">
            <a:extLst>
              <a:ext uri="{FF2B5EF4-FFF2-40B4-BE49-F238E27FC236}">
                <a16:creationId xmlns:a16="http://schemas.microsoft.com/office/drawing/2014/main" id="{C6570370-4FEC-469D-9032-EA8CFC51799F}"/>
              </a:ext>
            </a:extLst>
          </p:cNvPr>
          <p:cNvSpPr>
            <a:spLocks noGrp="1"/>
          </p:cNvSpPr>
          <p:nvPr/>
        </p:nvSpPr>
        <p:spPr>
          <a:xfrm>
            <a:off x="5867400" y="0"/>
            <a:ext cx="19050" cy="1028700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grid-v-704">
            <a:extLst>
              <a:ext uri="{FF2B5EF4-FFF2-40B4-BE49-F238E27FC236}">
                <a16:creationId xmlns:a16="http://schemas.microsoft.com/office/drawing/2014/main" id="{2BFBA23A-62B4-4CA1-A5F5-429A0D322B4D}"/>
              </a:ext>
            </a:extLst>
          </p:cNvPr>
          <p:cNvSpPr>
            <a:spLocks noGrp="1"/>
          </p:cNvSpPr>
          <p:nvPr/>
        </p:nvSpPr>
        <p:spPr>
          <a:xfrm>
            <a:off x="6705600" y="0"/>
            <a:ext cx="19050" cy="1028700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grid-v-792">
            <a:extLst>
              <a:ext uri="{FF2B5EF4-FFF2-40B4-BE49-F238E27FC236}">
                <a16:creationId xmlns:a16="http://schemas.microsoft.com/office/drawing/2014/main" id="{8B930A63-49AD-4700-B025-66E417F169F4}"/>
              </a:ext>
            </a:extLst>
          </p:cNvPr>
          <p:cNvSpPr>
            <a:spLocks noGrp="1"/>
          </p:cNvSpPr>
          <p:nvPr/>
        </p:nvSpPr>
        <p:spPr>
          <a:xfrm>
            <a:off x="7543800" y="0"/>
            <a:ext cx="19050" cy="1028700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grid-v-880">
            <a:extLst>
              <a:ext uri="{FF2B5EF4-FFF2-40B4-BE49-F238E27FC236}">
                <a16:creationId xmlns:a16="http://schemas.microsoft.com/office/drawing/2014/main" id="{B0A072ED-A29D-4D1B-8EB4-49D0B5077D8C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19050" cy="1028700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grid-v-968">
            <a:extLst>
              <a:ext uri="{FF2B5EF4-FFF2-40B4-BE49-F238E27FC236}">
                <a16:creationId xmlns:a16="http://schemas.microsoft.com/office/drawing/2014/main" id="{2DAF8955-B528-4816-9CF9-36567F9CA5A2}"/>
              </a:ext>
            </a:extLst>
          </p:cNvPr>
          <p:cNvSpPr>
            <a:spLocks noGrp="1"/>
          </p:cNvSpPr>
          <p:nvPr/>
        </p:nvSpPr>
        <p:spPr>
          <a:xfrm>
            <a:off x="9220200" y="0"/>
            <a:ext cx="19050" cy="1028700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grid-v-1056">
            <a:extLst>
              <a:ext uri="{FF2B5EF4-FFF2-40B4-BE49-F238E27FC236}">
                <a16:creationId xmlns:a16="http://schemas.microsoft.com/office/drawing/2014/main" id="{8D4F4A49-A2BD-4D10-B108-7DD5C067B77D}"/>
              </a:ext>
            </a:extLst>
          </p:cNvPr>
          <p:cNvSpPr>
            <a:spLocks noGrp="1"/>
          </p:cNvSpPr>
          <p:nvPr/>
        </p:nvSpPr>
        <p:spPr>
          <a:xfrm>
            <a:off x="10058400" y="0"/>
            <a:ext cx="19050" cy="1028700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grid-v-1144">
            <a:extLst>
              <a:ext uri="{FF2B5EF4-FFF2-40B4-BE49-F238E27FC236}">
                <a16:creationId xmlns:a16="http://schemas.microsoft.com/office/drawing/2014/main" id="{118DD322-DA11-4379-AA89-19ACF9A00C7A}"/>
              </a:ext>
            </a:extLst>
          </p:cNvPr>
          <p:cNvSpPr>
            <a:spLocks noGrp="1"/>
          </p:cNvSpPr>
          <p:nvPr/>
        </p:nvSpPr>
        <p:spPr>
          <a:xfrm>
            <a:off x="10896600" y="0"/>
            <a:ext cx="19050" cy="1028700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grid-v-1232">
            <a:extLst>
              <a:ext uri="{FF2B5EF4-FFF2-40B4-BE49-F238E27FC236}">
                <a16:creationId xmlns:a16="http://schemas.microsoft.com/office/drawing/2014/main" id="{C3657EB9-45F9-4B0A-8711-E7574F3863CC}"/>
              </a:ext>
            </a:extLst>
          </p:cNvPr>
          <p:cNvSpPr>
            <a:spLocks noGrp="1"/>
          </p:cNvSpPr>
          <p:nvPr/>
        </p:nvSpPr>
        <p:spPr>
          <a:xfrm>
            <a:off x="11734800" y="0"/>
            <a:ext cx="19050" cy="1028700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grid-v-1320">
            <a:extLst>
              <a:ext uri="{FF2B5EF4-FFF2-40B4-BE49-F238E27FC236}">
                <a16:creationId xmlns:a16="http://schemas.microsoft.com/office/drawing/2014/main" id="{1B6AAD50-9C53-4894-94E2-04ED119AD44A}"/>
              </a:ext>
            </a:extLst>
          </p:cNvPr>
          <p:cNvSpPr>
            <a:spLocks noGrp="1"/>
          </p:cNvSpPr>
          <p:nvPr/>
        </p:nvSpPr>
        <p:spPr>
          <a:xfrm>
            <a:off x="12573000" y="0"/>
            <a:ext cx="19050" cy="1028700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grid-v-1408">
            <a:extLst>
              <a:ext uri="{FF2B5EF4-FFF2-40B4-BE49-F238E27FC236}">
                <a16:creationId xmlns:a16="http://schemas.microsoft.com/office/drawing/2014/main" id="{D8C1FB9C-69E6-4B84-A2B7-EE5CFBF0DE57}"/>
              </a:ext>
            </a:extLst>
          </p:cNvPr>
          <p:cNvSpPr>
            <a:spLocks noGrp="1"/>
          </p:cNvSpPr>
          <p:nvPr/>
        </p:nvSpPr>
        <p:spPr>
          <a:xfrm>
            <a:off x="13411200" y="0"/>
            <a:ext cx="19050" cy="1028700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grid-v-1496">
            <a:extLst>
              <a:ext uri="{FF2B5EF4-FFF2-40B4-BE49-F238E27FC236}">
                <a16:creationId xmlns:a16="http://schemas.microsoft.com/office/drawing/2014/main" id="{0B6A0813-DF15-4C3B-9629-D34C95B7FC30}"/>
              </a:ext>
            </a:extLst>
          </p:cNvPr>
          <p:cNvSpPr>
            <a:spLocks noGrp="1"/>
          </p:cNvSpPr>
          <p:nvPr/>
        </p:nvSpPr>
        <p:spPr>
          <a:xfrm>
            <a:off x="14249400" y="0"/>
            <a:ext cx="19050" cy="1028700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grid-v-1584">
            <a:extLst>
              <a:ext uri="{FF2B5EF4-FFF2-40B4-BE49-F238E27FC236}">
                <a16:creationId xmlns:a16="http://schemas.microsoft.com/office/drawing/2014/main" id="{E24030B0-3437-4B95-8C3D-ADDE73962A8E}"/>
              </a:ext>
            </a:extLst>
          </p:cNvPr>
          <p:cNvSpPr>
            <a:spLocks noGrp="1"/>
          </p:cNvSpPr>
          <p:nvPr/>
        </p:nvSpPr>
        <p:spPr>
          <a:xfrm>
            <a:off x="15087600" y="0"/>
            <a:ext cx="19050" cy="1028700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grid-v-1672">
            <a:extLst>
              <a:ext uri="{FF2B5EF4-FFF2-40B4-BE49-F238E27FC236}">
                <a16:creationId xmlns:a16="http://schemas.microsoft.com/office/drawing/2014/main" id="{364B26CA-139F-4CD9-93BA-326D3A8C86E7}"/>
              </a:ext>
            </a:extLst>
          </p:cNvPr>
          <p:cNvSpPr>
            <a:spLocks noGrp="1"/>
          </p:cNvSpPr>
          <p:nvPr/>
        </p:nvSpPr>
        <p:spPr>
          <a:xfrm>
            <a:off x="15925800" y="0"/>
            <a:ext cx="19050" cy="1028700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grid-v-1760">
            <a:extLst>
              <a:ext uri="{FF2B5EF4-FFF2-40B4-BE49-F238E27FC236}">
                <a16:creationId xmlns:a16="http://schemas.microsoft.com/office/drawing/2014/main" id="{986EBA0A-D91E-40B9-B7B8-5BA03E80E7A7}"/>
              </a:ext>
            </a:extLst>
          </p:cNvPr>
          <p:cNvSpPr>
            <a:spLocks noGrp="1"/>
          </p:cNvSpPr>
          <p:nvPr/>
        </p:nvSpPr>
        <p:spPr>
          <a:xfrm>
            <a:off x="16764000" y="0"/>
            <a:ext cx="19050" cy="1028700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grid-v-1848">
            <a:extLst>
              <a:ext uri="{FF2B5EF4-FFF2-40B4-BE49-F238E27FC236}">
                <a16:creationId xmlns:a16="http://schemas.microsoft.com/office/drawing/2014/main" id="{6E561D7F-7A06-44B1-B274-8593ACE3D6C8}"/>
              </a:ext>
            </a:extLst>
          </p:cNvPr>
          <p:cNvSpPr>
            <a:spLocks noGrp="1"/>
          </p:cNvSpPr>
          <p:nvPr/>
        </p:nvSpPr>
        <p:spPr>
          <a:xfrm>
            <a:off x="17602200" y="0"/>
            <a:ext cx="19050" cy="1028700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grid-h-0">
            <a:extLst>
              <a:ext uri="{FF2B5EF4-FFF2-40B4-BE49-F238E27FC236}">
                <a16:creationId xmlns:a16="http://schemas.microsoft.com/office/drawing/2014/main" id="{07D17100-7732-410A-9755-FB29DCA415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905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grid-h-88">
            <a:extLst>
              <a:ext uri="{FF2B5EF4-FFF2-40B4-BE49-F238E27FC236}">
                <a16:creationId xmlns:a16="http://schemas.microsoft.com/office/drawing/2014/main" id="{52AAE322-FCF6-4DA2-B379-2F5EAAC7CA98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8288000" cy="1905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grid-h-176">
            <a:extLst>
              <a:ext uri="{FF2B5EF4-FFF2-40B4-BE49-F238E27FC236}">
                <a16:creationId xmlns:a16="http://schemas.microsoft.com/office/drawing/2014/main" id="{F90EA710-CEA2-4B5D-A00D-F5C5779F1170}"/>
              </a:ext>
            </a:extLst>
          </p:cNvPr>
          <p:cNvSpPr>
            <a:spLocks noGrp="1"/>
          </p:cNvSpPr>
          <p:nvPr/>
        </p:nvSpPr>
        <p:spPr>
          <a:xfrm>
            <a:off x="0" y="1676400"/>
            <a:ext cx="18288000" cy="1905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grid-h-264">
            <a:extLst>
              <a:ext uri="{FF2B5EF4-FFF2-40B4-BE49-F238E27FC236}">
                <a16:creationId xmlns:a16="http://schemas.microsoft.com/office/drawing/2014/main" id="{CD236159-2DEA-4C46-B4EB-03A7077EE3A0}"/>
              </a:ext>
            </a:extLst>
          </p:cNvPr>
          <p:cNvSpPr>
            <a:spLocks noGrp="1"/>
          </p:cNvSpPr>
          <p:nvPr/>
        </p:nvSpPr>
        <p:spPr>
          <a:xfrm>
            <a:off x="0" y="2514600"/>
            <a:ext cx="18288000" cy="1905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grid-h-352">
            <a:extLst>
              <a:ext uri="{FF2B5EF4-FFF2-40B4-BE49-F238E27FC236}">
                <a16:creationId xmlns:a16="http://schemas.microsoft.com/office/drawing/2014/main" id="{BA37FCA6-A81C-41D4-B59E-8A95A9A4DAB4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8288000" cy="1905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grid-h-440">
            <a:extLst>
              <a:ext uri="{FF2B5EF4-FFF2-40B4-BE49-F238E27FC236}">
                <a16:creationId xmlns:a16="http://schemas.microsoft.com/office/drawing/2014/main" id="{8C096C16-931D-4983-84EF-A5F69AEC6C48}"/>
              </a:ext>
            </a:extLst>
          </p:cNvPr>
          <p:cNvSpPr>
            <a:spLocks noGrp="1"/>
          </p:cNvSpPr>
          <p:nvPr/>
        </p:nvSpPr>
        <p:spPr>
          <a:xfrm>
            <a:off x="0" y="4191000"/>
            <a:ext cx="18288000" cy="1905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grid-h-528">
            <a:extLst>
              <a:ext uri="{FF2B5EF4-FFF2-40B4-BE49-F238E27FC236}">
                <a16:creationId xmlns:a16="http://schemas.microsoft.com/office/drawing/2014/main" id="{C7254691-EDF0-4654-8631-CFA801F80947}"/>
              </a:ext>
            </a:extLst>
          </p:cNvPr>
          <p:cNvSpPr>
            <a:spLocks noGrp="1"/>
          </p:cNvSpPr>
          <p:nvPr/>
        </p:nvSpPr>
        <p:spPr>
          <a:xfrm>
            <a:off x="0" y="5029200"/>
            <a:ext cx="18288000" cy="1905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grid-h-616">
            <a:extLst>
              <a:ext uri="{FF2B5EF4-FFF2-40B4-BE49-F238E27FC236}">
                <a16:creationId xmlns:a16="http://schemas.microsoft.com/office/drawing/2014/main" id="{E6C4D8CD-5136-4681-AA55-39697F16449E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8288000" cy="1905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grid-h-704">
            <a:extLst>
              <a:ext uri="{FF2B5EF4-FFF2-40B4-BE49-F238E27FC236}">
                <a16:creationId xmlns:a16="http://schemas.microsoft.com/office/drawing/2014/main" id="{7F8A8492-1182-48CA-9206-B1B225F7BFFD}"/>
              </a:ext>
            </a:extLst>
          </p:cNvPr>
          <p:cNvSpPr>
            <a:spLocks noGrp="1"/>
          </p:cNvSpPr>
          <p:nvPr/>
        </p:nvSpPr>
        <p:spPr>
          <a:xfrm>
            <a:off x="0" y="6705600"/>
            <a:ext cx="18288000" cy="1905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grid-h-792">
            <a:extLst>
              <a:ext uri="{FF2B5EF4-FFF2-40B4-BE49-F238E27FC236}">
                <a16:creationId xmlns:a16="http://schemas.microsoft.com/office/drawing/2014/main" id="{54BA2F3D-0840-42F6-9D1F-37AA9ADB7CDE}"/>
              </a:ext>
            </a:extLst>
          </p:cNvPr>
          <p:cNvSpPr>
            <a:spLocks noGrp="1"/>
          </p:cNvSpPr>
          <p:nvPr/>
        </p:nvSpPr>
        <p:spPr>
          <a:xfrm>
            <a:off x="0" y="7543800"/>
            <a:ext cx="18288000" cy="1905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grid-h-880">
            <a:extLst>
              <a:ext uri="{FF2B5EF4-FFF2-40B4-BE49-F238E27FC236}">
                <a16:creationId xmlns:a16="http://schemas.microsoft.com/office/drawing/2014/main" id="{EA18C698-E8FF-410B-96F9-D08803DC64DC}"/>
              </a:ext>
            </a:extLst>
          </p:cNvPr>
          <p:cNvSpPr>
            <a:spLocks noGrp="1"/>
          </p:cNvSpPr>
          <p:nvPr/>
        </p:nvSpPr>
        <p:spPr>
          <a:xfrm>
            <a:off x="0" y="8382000"/>
            <a:ext cx="18288000" cy="1905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grid-h-968">
            <a:extLst>
              <a:ext uri="{FF2B5EF4-FFF2-40B4-BE49-F238E27FC236}">
                <a16:creationId xmlns:a16="http://schemas.microsoft.com/office/drawing/2014/main" id="{87FA393F-79C1-4D49-8C2F-CBF878F85826}"/>
              </a:ext>
            </a:extLst>
          </p:cNvPr>
          <p:cNvSpPr>
            <a:spLocks noGrp="1"/>
          </p:cNvSpPr>
          <p:nvPr/>
        </p:nvSpPr>
        <p:spPr>
          <a:xfrm>
            <a:off x="0" y="9220200"/>
            <a:ext cx="18288000" cy="1905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grid-h-1056">
            <a:extLst>
              <a:ext uri="{FF2B5EF4-FFF2-40B4-BE49-F238E27FC236}">
                <a16:creationId xmlns:a16="http://schemas.microsoft.com/office/drawing/2014/main" id="{1A849381-F0FA-4668-9836-F8C77A9DAD44}"/>
              </a:ext>
            </a:extLst>
          </p:cNvPr>
          <p:cNvSpPr>
            <a:spLocks noGrp="1"/>
          </p:cNvSpPr>
          <p:nvPr/>
        </p:nvSpPr>
        <p:spPr>
          <a:xfrm>
            <a:off x="0" y="10058400"/>
            <a:ext cx="18288000" cy="1905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" name="pixel-plus-0-2">
            <a:extLst>
              <a:ext uri="{FF2B5EF4-FFF2-40B4-BE49-F238E27FC236}">
                <a16:creationId xmlns:a16="http://schemas.microsoft.com/office/drawing/2014/main" id="{E304ECA6-0FE6-4C7D-8458-34F601121C44}"/>
              </a:ext>
            </a:extLst>
          </p:cNvPr>
          <p:cNvSpPr>
            <a:spLocks noGrp="1"/>
          </p:cNvSpPr>
          <p:nvPr/>
        </p:nvSpPr>
        <p:spPr>
          <a:xfrm>
            <a:off x="16459200" y="1066800"/>
            <a:ext cx="133350" cy="13335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9" name="pixel-plus-1-2">
            <a:extLst>
              <a:ext uri="{FF2B5EF4-FFF2-40B4-BE49-F238E27FC236}">
                <a16:creationId xmlns:a16="http://schemas.microsoft.com/office/drawing/2014/main" id="{BF31FBDC-ABE1-4F9F-8233-4D80B07F4D02}"/>
              </a:ext>
            </a:extLst>
          </p:cNvPr>
          <p:cNvSpPr>
            <a:spLocks noGrp="1"/>
          </p:cNvSpPr>
          <p:nvPr/>
        </p:nvSpPr>
        <p:spPr>
          <a:xfrm>
            <a:off x="16459200" y="1200150"/>
            <a:ext cx="133350" cy="13335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pixel-plus-2-0">
            <a:extLst>
              <a:ext uri="{FF2B5EF4-FFF2-40B4-BE49-F238E27FC236}">
                <a16:creationId xmlns:a16="http://schemas.microsoft.com/office/drawing/2014/main" id="{CA3853CB-7BDD-4BCD-A2F8-83D161F42F13}"/>
              </a:ext>
            </a:extLst>
          </p:cNvPr>
          <p:cNvSpPr>
            <a:spLocks noGrp="1"/>
          </p:cNvSpPr>
          <p:nvPr/>
        </p:nvSpPr>
        <p:spPr>
          <a:xfrm>
            <a:off x="16192500" y="1333500"/>
            <a:ext cx="133350" cy="13335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pixel-plus-2-1">
            <a:extLst>
              <a:ext uri="{FF2B5EF4-FFF2-40B4-BE49-F238E27FC236}">
                <a16:creationId xmlns:a16="http://schemas.microsoft.com/office/drawing/2014/main" id="{6EA77B48-6308-4A30-AB2A-A651172C1AB4}"/>
              </a:ext>
            </a:extLst>
          </p:cNvPr>
          <p:cNvSpPr>
            <a:spLocks noGrp="1"/>
          </p:cNvSpPr>
          <p:nvPr/>
        </p:nvSpPr>
        <p:spPr>
          <a:xfrm>
            <a:off x="16325850" y="1333500"/>
            <a:ext cx="133350" cy="13335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" name="pixel-plus-2-2">
            <a:extLst>
              <a:ext uri="{FF2B5EF4-FFF2-40B4-BE49-F238E27FC236}">
                <a16:creationId xmlns:a16="http://schemas.microsoft.com/office/drawing/2014/main" id="{CF618241-0EDB-4C15-97C9-662EC66681B1}"/>
              </a:ext>
            </a:extLst>
          </p:cNvPr>
          <p:cNvSpPr>
            <a:spLocks noGrp="1"/>
          </p:cNvSpPr>
          <p:nvPr/>
        </p:nvSpPr>
        <p:spPr>
          <a:xfrm>
            <a:off x="16459200" y="1333500"/>
            <a:ext cx="133350" cy="13335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3" name="pixel-plus-2-3">
            <a:extLst>
              <a:ext uri="{FF2B5EF4-FFF2-40B4-BE49-F238E27FC236}">
                <a16:creationId xmlns:a16="http://schemas.microsoft.com/office/drawing/2014/main" id="{CE10F27F-1B09-47E8-8606-4E9EE2733776}"/>
              </a:ext>
            </a:extLst>
          </p:cNvPr>
          <p:cNvSpPr>
            <a:spLocks noGrp="1"/>
          </p:cNvSpPr>
          <p:nvPr/>
        </p:nvSpPr>
        <p:spPr>
          <a:xfrm>
            <a:off x="16592550" y="1333500"/>
            <a:ext cx="133350" cy="13335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" name="pixel-plus-2-4">
            <a:extLst>
              <a:ext uri="{FF2B5EF4-FFF2-40B4-BE49-F238E27FC236}">
                <a16:creationId xmlns:a16="http://schemas.microsoft.com/office/drawing/2014/main" id="{A1588ECD-DFCC-4CBD-8417-BA35BE407116}"/>
              </a:ext>
            </a:extLst>
          </p:cNvPr>
          <p:cNvSpPr>
            <a:spLocks noGrp="1"/>
          </p:cNvSpPr>
          <p:nvPr/>
        </p:nvSpPr>
        <p:spPr>
          <a:xfrm>
            <a:off x="16725900" y="1333500"/>
            <a:ext cx="133350" cy="13335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5" name="pixel-plus-3-2">
            <a:extLst>
              <a:ext uri="{FF2B5EF4-FFF2-40B4-BE49-F238E27FC236}">
                <a16:creationId xmlns:a16="http://schemas.microsoft.com/office/drawing/2014/main" id="{F5BB2F4B-850A-4D30-8104-4964F3DC13B0}"/>
              </a:ext>
            </a:extLst>
          </p:cNvPr>
          <p:cNvSpPr>
            <a:spLocks noGrp="1"/>
          </p:cNvSpPr>
          <p:nvPr/>
        </p:nvSpPr>
        <p:spPr>
          <a:xfrm>
            <a:off x="16459200" y="1466850"/>
            <a:ext cx="133350" cy="13335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6" name="pixel-plus-4-2">
            <a:extLst>
              <a:ext uri="{FF2B5EF4-FFF2-40B4-BE49-F238E27FC236}">
                <a16:creationId xmlns:a16="http://schemas.microsoft.com/office/drawing/2014/main" id="{3F7A61E5-F9A6-4355-AAC0-EBAD49F63EFB}"/>
              </a:ext>
            </a:extLst>
          </p:cNvPr>
          <p:cNvSpPr>
            <a:spLocks noGrp="1"/>
          </p:cNvSpPr>
          <p:nvPr/>
        </p:nvSpPr>
        <p:spPr>
          <a:xfrm>
            <a:off x="16459200" y="1600200"/>
            <a:ext cx="133350" cy="13335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7" name="pixel-heart-0-1">
            <a:extLst>
              <a:ext uri="{FF2B5EF4-FFF2-40B4-BE49-F238E27FC236}">
                <a16:creationId xmlns:a16="http://schemas.microsoft.com/office/drawing/2014/main" id="{36173EA8-BADE-49FB-9FDE-B23556AABC22}"/>
              </a:ext>
            </a:extLst>
          </p:cNvPr>
          <p:cNvSpPr>
            <a:spLocks noGrp="1"/>
          </p:cNvSpPr>
          <p:nvPr/>
        </p:nvSpPr>
        <p:spPr>
          <a:xfrm>
            <a:off x="800100" y="85915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8" name="pixel-heart-0-2">
            <a:extLst>
              <a:ext uri="{FF2B5EF4-FFF2-40B4-BE49-F238E27FC236}">
                <a16:creationId xmlns:a16="http://schemas.microsoft.com/office/drawing/2014/main" id="{2C145E3D-2546-4726-9E49-9113708D2223}"/>
              </a:ext>
            </a:extLst>
          </p:cNvPr>
          <p:cNvSpPr>
            <a:spLocks noGrp="1"/>
          </p:cNvSpPr>
          <p:nvPr/>
        </p:nvSpPr>
        <p:spPr>
          <a:xfrm>
            <a:off x="914400" y="85915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9" name="pixel-heart-0-4">
            <a:extLst>
              <a:ext uri="{FF2B5EF4-FFF2-40B4-BE49-F238E27FC236}">
                <a16:creationId xmlns:a16="http://schemas.microsoft.com/office/drawing/2014/main" id="{2B60F813-5CFB-413A-9212-82D3F31F4B74}"/>
              </a:ext>
            </a:extLst>
          </p:cNvPr>
          <p:cNvSpPr>
            <a:spLocks noGrp="1"/>
          </p:cNvSpPr>
          <p:nvPr/>
        </p:nvSpPr>
        <p:spPr>
          <a:xfrm>
            <a:off x="1143000" y="85915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" name="pixel-heart-0-5">
            <a:extLst>
              <a:ext uri="{FF2B5EF4-FFF2-40B4-BE49-F238E27FC236}">
                <a16:creationId xmlns:a16="http://schemas.microsoft.com/office/drawing/2014/main" id="{D86472CD-2864-4B03-A3EC-9B71A1A2C3B9}"/>
              </a:ext>
            </a:extLst>
          </p:cNvPr>
          <p:cNvSpPr>
            <a:spLocks noGrp="1"/>
          </p:cNvSpPr>
          <p:nvPr/>
        </p:nvSpPr>
        <p:spPr>
          <a:xfrm>
            <a:off x="1257300" y="85915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pixel-heart-1-0">
            <a:extLst>
              <a:ext uri="{FF2B5EF4-FFF2-40B4-BE49-F238E27FC236}">
                <a16:creationId xmlns:a16="http://schemas.microsoft.com/office/drawing/2014/main" id="{14EE6AD8-B9CD-4BF3-ABC2-D2E1335B95CE}"/>
              </a:ext>
            </a:extLst>
          </p:cNvPr>
          <p:cNvSpPr>
            <a:spLocks noGrp="1"/>
          </p:cNvSpPr>
          <p:nvPr/>
        </p:nvSpPr>
        <p:spPr>
          <a:xfrm>
            <a:off x="685800" y="87058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" name="pixel-heart-1-1">
            <a:extLst>
              <a:ext uri="{FF2B5EF4-FFF2-40B4-BE49-F238E27FC236}">
                <a16:creationId xmlns:a16="http://schemas.microsoft.com/office/drawing/2014/main" id="{41D23776-F7FB-4C9D-A65E-860E8D1E93F9}"/>
              </a:ext>
            </a:extLst>
          </p:cNvPr>
          <p:cNvSpPr>
            <a:spLocks noGrp="1"/>
          </p:cNvSpPr>
          <p:nvPr/>
        </p:nvSpPr>
        <p:spPr>
          <a:xfrm>
            <a:off x="800100" y="87058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3" name="pixel-heart-1-2">
            <a:extLst>
              <a:ext uri="{FF2B5EF4-FFF2-40B4-BE49-F238E27FC236}">
                <a16:creationId xmlns:a16="http://schemas.microsoft.com/office/drawing/2014/main" id="{6028EEE1-174E-4B79-ABE9-73B0B5724F23}"/>
              </a:ext>
            </a:extLst>
          </p:cNvPr>
          <p:cNvSpPr>
            <a:spLocks noGrp="1"/>
          </p:cNvSpPr>
          <p:nvPr/>
        </p:nvSpPr>
        <p:spPr>
          <a:xfrm>
            <a:off x="914400" y="87058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4" name="pixel-heart-1-3">
            <a:extLst>
              <a:ext uri="{FF2B5EF4-FFF2-40B4-BE49-F238E27FC236}">
                <a16:creationId xmlns:a16="http://schemas.microsoft.com/office/drawing/2014/main" id="{7B52A5C3-636B-4A2D-B589-583F75D9FA77}"/>
              </a:ext>
            </a:extLst>
          </p:cNvPr>
          <p:cNvSpPr>
            <a:spLocks noGrp="1"/>
          </p:cNvSpPr>
          <p:nvPr/>
        </p:nvSpPr>
        <p:spPr>
          <a:xfrm>
            <a:off x="1028700" y="87058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5" name="pixel-heart-1-4">
            <a:extLst>
              <a:ext uri="{FF2B5EF4-FFF2-40B4-BE49-F238E27FC236}">
                <a16:creationId xmlns:a16="http://schemas.microsoft.com/office/drawing/2014/main" id="{B39F57DA-2111-4364-A10C-EA6FA57AFFFA}"/>
              </a:ext>
            </a:extLst>
          </p:cNvPr>
          <p:cNvSpPr>
            <a:spLocks noGrp="1"/>
          </p:cNvSpPr>
          <p:nvPr/>
        </p:nvSpPr>
        <p:spPr>
          <a:xfrm>
            <a:off x="1143000" y="87058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6" name="pixel-heart-1-5">
            <a:extLst>
              <a:ext uri="{FF2B5EF4-FFF2-40B4-BE49-F238E27FC236}">
                <a16:creationId xmlns:a16="http://schemas.microsoft.com/office/drawing/2014/main" id="{96412F2B-D562-4F63-B75C-C1F9CFACB31E}"/>
              </a:ext>
            </a:extLst>
          </p:cNvPr>
          <p:cNvSpPr>
            <a:spLocks noGrp="1"/>
          </p:cNvSpPr>
          <p:nvPr/>
        </p:nvSpPr>
        <p:spPr>
          <a:xfrm>
            <a:off x="1257300" y="87058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7" name="pixel-heart-1-6">
            <a:extLst>
              <a:ext uri="{FF2B5EF4-FFF2-40B4-BE49-F238E27FC236}">
                <a16:creationId xmlns:a16="http://schemas.microsoft.com/office/drawing/2014/main" id="{B6071499-2101-4F0F-9869-62A4BD3E97C5}"/>
              </a:ext>
            </a:extLst>
          </p:cNvPr>
          <p:cNvSpPr>
            <a:spLocks noGrp="1"/>
          </p:cNvSpPr>
          <p:nvPr/>
        </p:nvSpPr>
        <p:spPr>
          <a:xfrm>
            <a:off x="1371600" y="87058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8" name="pixel-heart-2-0">
            <a:extLst>
              <a:ext uri="{FF2B5EF4-FFF2-40B4-BE49-F238E27FC236}">
                <a16:creationId xmlns:a16="http://schemas.microsoft.com/office/drawing/2014/main" id="{7BAA0E57-5713-49C8-ACE2-1B8816013CE6}"/>
              </a:ext>
            </a:extLst>
          </p:cNvPr>
          <p:cNvSpPr>
            <a:spLocks noGrp="1"/>
          </p:cNvSpPr>
          <p:nvPr/>
        </p:nvSpPr>
        <p:spPr>
          <a:xfrm>
            <a:off x="685800" y="88201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9" name="pixel-heart-2-1">
            <a:extLst>
              <a:ext uri="{FF2B5EF4-FFF2-40B4-BE49-F238E27FC236}">
                <a16:creationId xmlns:a16="http://schemas.microsoft.com/office/drawing/2014/main" id="{3EC2DEA3-B2AF-4244-80D6-5C995B1B6622}"/>
              </a:ext>
            </a:extLst>
          </p:cNvPr>
          <p:cNvSpPr>
            <a:spLocks noGrp="1"/>
          </p:cNvSpPr>
          <p:nvPr/>
        </p:nvSpPr>
        <p:spPr>
          <a:xfrm>
            <a:off x="800100" y="88201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" name="pixel-heart-2-2">
            <a:extLst>
              <a:ext uri="{FF2B5EF4-FFF2-40B4-BE49-F238E27FC236}">
                <a16:creationId xmlns:a16="http://schemas.microsoft.com/office/drawing/2014/main" id="{2974DA19-7FC7-4F7E-8BF5-144E1EACF030}"/>
              </a:ext>
            </a:extLst>
          </p:cNvPr>
          <p:cNvSpPr>
            <a:spLocks noGrp="1"/>
          </p:cNvSpPr>
          <p:nvPr/>
        </p:nvSpPr>
        <p:spPr>
          <a:xfrm>
            <a:off x="914400" y="88201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1" name="pixel-heart-2-3">
            <a:extLst>
              <a:ext uri="{FF2B5EF4-FFF2-40B4-BE49-F238E27FC236}">
                <a16:creationId xmlns:a16="http://schemas.microsoft.com/office/drawing/2014/main" id="{9EEE74BF-33B5-47D7-99DE-34F0C8841F02}"/>
              </a:ext>
            </a:extLst>
          </p:cNvPr>
          <p:cNvSpPr>
            <a:spLocks noGrp="1"/>
          </p:cNvSpPr>
          <p:nvPr/>
        </p:nvSpPr>
        <p:spPr>
          <a:xfrm>
            <a:off x="1028700" y="88201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2" name="pixel-heart-2-4">
            <a:extLst>
              <a:ext uri="{FF2B5EF4-FFF2-40B4-BE49-F238E27FC236}">
                <a16:creationId xmlns:a16="http://schemas.microsoft.com/office/drawing/2014/main" id="{818791C2-171D-407F-99FA-694835A4AE59}"/>
              </a:ext>
            </a:extLst>
          </p:cNvPr>
          <p:cNvSpPr>
            <a:spLocks noGrp="1"/>
          </p:cNvSpPr>
          <p:nvPr/>
        </p:nvSpPr>
        <p:spPr>
          <a:xfrm>
            <a:off x="1143000" y="88201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3" name="pixel-heart-2-5">
            <a:extLst>
              <a:ext uri="{FF2B5EF4-FFF2-40B4-BE49-F238E27FC236}">
                <a16:creationId xmlns:a16="http://schemas.microsoft.com/office/drawing/2014/main" id="{526B947F-1D41-4295-B5F9-4EEDB130CFB2}"/>
              </a:ext>
            </a:extLst>
          </p:cNvPr>
          <p:cNvSpPr>
            <a:spLocks noGrp="1"/>
          </p:cNvSpPr>
          <p:nvPr/>
        </p:nvSpPr>
        <p:spPr>
          <a:xfrm>
            <a:off x="1257300" y="88201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4" name="pixel-heart-2-6">
            <a:extLst>
              <a:ext uri="{FF2B5EF4-FFF2-40B4-BE49-F238E27FC236}">
                <a16:creationId xmlns:a16="http://schemas.microsoft.com/office/drawing/2014/main" id="{B07CCD6F-8631-4270-B66F-2E807766C8EB}"/>
              </a:ext>
            </a:extLst>
          </p:cNvPr>
          <p:cNvSpPr>
            <a:spLocks noGrp="1"/>
          </p:cNvSpPr>
          <p:nvPr/>
        </p:nvSpPr>
        <p:spPr>
          <a:xfrm>
            <a:off x="1371600" y="88201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5" name="pixel-heart-3-1">
            <a:extLst>
              <a:ext uri="{FF2B5EF4-FFF2-40B4-BE49-F238E27FC236}">
                <a16:creationId xmlns:a16="http://schemas.microsoft.com/office/drawing/2014/main" id="{41C9B6E5-0A2B-4FE7-847B-EB610959BFDC}"/>
              </a:ext>
            </a:extLst>
          </p:cNvPr>
          <p:cNvSpPr>
            <a:spLocks noGrp="1"/>
          </p:cNvSpPr>
          <p:nvPr/>
        </p:nvSpPr>
        <p:spPr>
          <a:xfrm>
            <a:off x="800100" y="89344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6" name="pixel-heart-3-2">
            <a:extLst>
              <a:ext uri="{FF2B5EF4-FFF2-40B4-BE49-F238E27FC236}">
                <a16:creationId xmlns:a16="http://schemas.microsoft.com/office/drawing/2014/main" id="{24CA287C-C552-4A39-95BC-125A46928357}"/>
              </a:ext>
            </a:extLst>
          </p:cNvPr>
          <p:cNvSpPr>
            <a:spLocks noGrp="1"/>
          </p:cNvSpPr>
          <p:nvPr/>
        </p:nvSpPr>
        <p:spPr>
          <a:xfrm>
            <a:off x="914400" y="89344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7" name="pixel-heart-3-3">
            <a:extLst>
              <a:ext uri="{FF2B5EF4-FFF2-40B4-BE49-F238E27FC236}">
                <a16:creationId xmlns:a16="http://schemas.microsoft.com/office/drawing/2014/main" id="{EFD81147-2C25-410B-AC6A-768B577AD8CC}"/>
              </a:ext>
            </a:extLst>
          </p:cNvPr>
          <p:cNvSpPr>
            <a:spLocks noGrp="1"/>
          </p:cNvSpPr>
          <p:nvPr/>
        </p:nvSpPr>
        <p:spPr>
          <a:xfrm>
            <a:off x="1028700" y="89344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8" name="pixel-heart-3-4">
            <a:extLst>
              <a:ext uri="{FF2B5EF4-FFF2-40B4-BE49-F238E27FC236}">
                <a16:creationId xmlns:a16="http://schemas.microsoft.com/office/drawing/2014/main" id="{5297DAB9-C75C-40FD-A2D1-77BEE522EBF1}"/>
              </a:ext>
            </a:extLst>
          </p:cNvPr>
          <p:cNvSpPr>
            <a:spLocks noGrp="1"/>
          </p:cNvSpPr>
          <p:nvPr/>
        </p:nvSpPr>
        <p:spPr>
          <a:xfrm>
            <a:off x="1143000" y="89344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9" name="pixel-heart-3-5">
            <a:extLst>
              <a:ext uri="{FF2B5EF4-FFF2-40B4-BE49-F238E27FC236}">
                <a16:creationId xmlns:a16="http://schemas.microsoft.com/office/drawing/2014/main" id="{2FD4AB6C-9A9B-4AC5-9FF0-A238B39197AF}"/>
              </a:ext>
            </a:extLst>
          </p:cNvPr>
          <p:cNvSpPr>
            <a:spLocks noGrp="1"/>
          </p:cNvSpPr>
          <p:nvPr/>
        </p:nvSpPr>
        <p:spPr>
          <a:xfrm>
            <a:off x="1257300" y="89344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0" name="pixel-heart-4-2">
            <a:extLst>
              <a:ext uri="{FF2B5EF4-FFF2-40B4-BE49-F238E27FC236}">
                <a16:creationId xmlns:a16="http://schemas.microsoft.com/office/drawing/2014/main" id="{EB756A06-4397-497C-A461-7E8FB5DA2747}"/>
              </a:ext>
            </a:extLst>
          </p:cNvPr>
          <p:cNvSpPr>
            <a:spLocks noGrp="1"/>
          </p:cNvSpPr>
          <p:nvPr/>
        </p:nvSpPr>
        <p:spPr>
          <a:xfrm>
            <a:off x="914400" y="90487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1" name="pixel-heart-4-3">
            <a:extLst>
              <a:ext uri="{FF2B5EF4-FFF2-40B4-BE49-F238E27FC236}">
                <a16:creationId xmlns:a16="http://schemas.microsoft.com/office/drawing/2014/main" id="{D960DDF5-6AED-4596-B7B4-6B86832AB65C}"/>
              </a:ext>
            </a:extLst>
          </p:cNvPr>
          <p:cNvSpPr>
            <a:spLocks noGrp="1"/>
          </p:cNvSpPr>
          <p:nvPr/>
        </p:nvSpPr>
        <p:spPr>
          <a:xfrm>
            <a:off x="1028700" y="90487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2" name="pixel-heart-4-4">
            <a:extLst>
              <a:ext uri="{FF2B5EF4-FFF2-40B4-BE49-F238E27FC236}">
                <a16:creationId xmlns:a16="http://schemas.microsoft.com/office/drawing/2014/main" id="{6ED3B816-DBAE-4F65-A67B-4F7DCE027223}"/>
              </a:ext>
            </a:extLst>
          </p:cNvPr>
          <p:cNvSpPr>
            <a:spLocks noGrp="1"/>
          </p:cNvSpPr>
          <p:nvPr/>
        </p:nvSpPr>
        <p:spPr>
          <a:xfrm>
            <a:off x="1143000" y="90487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3" name="pixel-heart-5-3">
            <a:extLst>
              <a:ext uri="{FF2B5EF4-FFF2-40B4-BE49-F238E27FC236}">
                <a16:creationId xmlns:a16="http://schemas.microsoft.com/office/drawing/2014/main" id="{E77A944B-C53C-4A19-81EF-644E7B5279B5}"/>
              </a:ext>
            </a:extLst>
          </p:cNvPr>
          <p:cNvSpPr>
            <a:spLocks noGrp="1"/>
          </p:cNvSpPr>
          <p:nvPr/>
        </p:nvSpPr>
        <p:spPr>
          <a:xfrm>
            <a:off x="1028700" y="9163050"/>
            <a:ext cx="114300" cy="1143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4" name="pixel-arrow-0-2">
            <a:extLst>
              <a:ext uri="{FF2B5EF4-FFF2-40B4-BE49-F238E27FC236}">
                <a16:creationId xmlns:a16="http://schemas.microsoft.com/office/drawing/2014/main" id="{57C8CD0E-A7FD-4CDE-B12E-89252BD59C89}"/>
              </a:ext>
            </a:extLst>
          </p:cNvPr>
          <p:cNvSpPr>
            <a:spLocks noGrp="1"/>
          </p:cNvSpPr>
          <p:nvPr/>
        </p:nvSpPr>
        <p:spPr>
          <a:xfrm>
            <a:off x="16516350" y="8553450"/>
            <a:ext cx="114300" cy="114300"/>
          </a:xfrm>
          <a:prstGeom prst="rect">
            <a:avLst/>
          </a:prstGeom>
          <a:solidFill>
            <a:srgbClr val="6EE000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5" name="pixel-arrow-1-2">
            <a:extLst>
              <a:ext uri="{FF2B5EF4-FFF2-40B4-BE49-F238E27FC236}">
                <a16:creationId xmlns:a16="http://schemas.microsoft.com/office/drawing/2014/main" id="{8407D66E-74C5-4540-A5C5-BE09025889AE}"/>
              </a:ext>
            </a:extLst>
          </p:cNvPr>
          <p:cNvSpPr>
            <a:spLocks noGrp="1"/>
          </p:cNvSpPr>
          <p:nvPr/>
        </p:nvSpPr>
        <p:spPr>
          <a:xfrm>
            <a:off x="16516350" y="8667750"/>
            <a:ext cx="114300" cy="114300"/>
          </a:xfrm>
          <a:prstGeom prst="rect">
            <a:avLst/>
          </a:prstGeom>
          <a:solidFill>
            <a:srgbClr val="6EE000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6" name="pixel-arrow-1-3">
            <a:extLst>
              <a:ext uri="{FF2B5EF4-FFF2-40B4-BE49-F238E27FC236}">
                <a16:creationId xmlns:a16="http://schemas.microsoft.com/office/drawing/2014/main" id="{92DCD8BD-AD7A-43E9-BCD5-599DF475A5B5}"/>
              </a:ext>
            </a:extLst>
          </p:cNvPr>
          <p:cNvSpPr>
            <a:spLocks noGrp="1"/>
          </p:cNvSpPr>
          <p:nvPr/>
        </p:nvSpPr>
        <p:spPr>
          <a:xfrm>
            <a:off x="16630650" y="8667750"/>
            <a:ext cx="114300" cy="114300"/>
          </a:xfrm>
          <a:prstGeom prst="rect">
            <a:avLst/>
          </a:prstGeom>
          <a:solidFill>
            <a:srgbClr val="6EE000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7" name="pixel-arrow-2-0">
            <a:extLst>
              <a:ext uri="{FF2B5EF4-FFF2-40B4-BE49-F238E27FC236}">
                <a16:creationId xmlns:a16="http://schemas.microsoft.com/office/drawing/2014/main" id="{E8C3DA63-A5D2-411F-A0C3-8092E7982673}"/>
              </a:ext>
            </a:extLst>
          </p:cNvPr>
          <p:cNvSpPr>
            <a:spLocks noGrp="1"/>
          </p:cNvSpPr>
          <p:nvPr/>
        </p:nvSpPr>
        <p:spPr>
          <a:xfrm>
            <a:off x="16287750" y="8782050"/>
            <a:ext cx="114300" cy="114300"/>
          </a:xfrm>
          <a:prstGeom prst="rect">
            <a:avLst/>
          </a:prstGeom>
          <a:solidFill>
            <a:srgbClr val="6EE000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8" name="pixel-arrow-2-1">
            <a:extLst>
              <a:ext uri="{FF2B5EF4-FFF2-40B4-BE49-F238E27FC236}">
                <a16:creationId xmlns:a16="http://schemas.microsoft.com/office/drawing/2014/main" id="{14923866-1BBF-44DD-829F-356FF6E30CE8}"/>
              </a:ext>
            </a:extLst>
          </p:cNvPr>
          <p:cNvSpPr>
            <a:spLocks noGrp="1"/>
          </p:cNvSpPr>
          <p:nvPr/>
        </p:nvSpPr>
        <p:spPr>
          <a:xfrm>
            <a:off x="16402050" y="8782050"/>
            <a:ext cx="114300" cy="114300"/>
          </a:xfrm>
          <a:prstGeom prst="rect">
            <a:avLst/>
          </a:prstGeom>
          <a:solidFill>
            <a:srgbClr val="6EE000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9" name="pixel-arrow-2-2">
            <a:extLst>
              <a:ext uri="{FF2B5EF4-FFF2-40B4-BE49-F238E27FC236}">
                <a16:creationId xmlns:a16="http://schemas.microsoft.com/office/drawing/2014/main" id="{9E5E929E-4489-452B-8F66-CA3B7A8780E2}"/>
              </a:ext>
            </a:extLst>
          </p:cNvPr>
          <p:cNvSpPr>
            <a:spLocks noGrp="1"/>
          </p:cNvSpPr>
          <p:nvPr/>
        </p:nvSpPr>
        <p:spPr>
          <a:xfrm>
            <a:off x="16516350" y="8782050"/>
            <a:ext cx="114300" cy="114300"/>
          </a:xfrm>
          <a:prstGeom prst="rect">
            <a:avLst/>
          </a:prstGeom>
          <a:solidFill>
            <a:srgbClr val="6EE000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0" name="pixel-arrow-2-3">
            <a:extLst>
              <a:ext uri="{FF2B5EF4-FFF2-40B4-BE49-F238E27FC236}">
                <a16:creationId xmlns:a16="http://schemas.microsoft.com/office/drawing/2014/main" id="{2E85045F-7050-4F14-BA0A-984A0AAF4B5B}"/>
              </a:ext>
            </a:extLst>
          </p:cNvPr>
          <p:cNvSpPr>
            <a:spLocks noGrp="1"/>
          </p:cNvSpPr>
          <p:nvPr/>
        </p:nvSpPr>
        <p:spPr>
          <a:xfrm>
            <a:off x="16630650" y="8782050"/>
            <a:ext cx="114300" cy="114300"/>
          </a:xfrm>
          <a:prstGeom prst="rect">
            <a:avLst/>
          </a:prstGeom>
          <a:solidFill>
            <a:srgbClr val="6EE000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1" name="pixel-arrow-2-4">
            <a:extLst>
              <a:ext uri="{FF2B5EF4-FFF2-40B4-BE49-F238E27FC236}">
                <a16:creationId xmlns:a16="http://schemas.microsoft.com/office/drawing/2014/main" id="{B9CE667E-D005-497D-AE02-E22DB9A8EC8F}"/>
              </a:ext>
            </a:extLst>
          </p:cNvPr>
          <p:cNvSpPr>
            <a:spLocks noGrp="1"/>
          </p:cNvSpPr>
          <p:nvPr/>
        </p:nvSpPr>
        <p:spPr>
          <a:xfrm>
            <a:off x="16744950" y="8782050"/>
            <a:ext cx="114300" cy="114300"/>
          </a:xfrm>
          <a:prstGeom prst="rect">
            <a:avLst/>
          </a:prstGeom>
          <a:solidFill>
            <a:srgbClr val="6EE000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2" name="pixel-arrow-3-2">
            <a:extLst>
              <a:ext uri="{FF2B5EF4-FFF2-40B4-BE49-F238E27FC236}">
                <a16:creationId xmlns:a16="http://schemas.microsoft.com/office/drawing/2014/main" id="{C76E5722-5A2F-4388-90B7-198404662771}"/>
              </a:ext>
            </a:extLst>
          </p:cNvPr>
          <p:cNvSpPr>
            <a:spLocks noGrp="1"/>
          </p:cNvSpPr>
          <p:nvPr/>
        </p:nvSpPr>
        <p:spPr>
          <a:xfrm>
            <a:off x="16516350" y="8896350"/>
            <a:ext cx="114300" cy="114300"/>
          </a:xfrm>
          <a:prstGeom prst="rect">
            <a:avLst/>
          </a:prstGeom>
          <a:solidFill>
            <a:srgbClr val="6EE000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3" name="pixel-arrow-3-3">
            <a:extLst>
              <a:ext uri="{FF2B5EF4-FFF2-40B4-BE49-F238E27FC236}">
                <a16:creationId xmlns:a16="http://schemas.microsoft.com/office/drawing/2014/main" id="{499FE275-04F4-4EF7-BB1B-B9691E6B587B}"/>
              </a:ext>
            </a:extLst>
          </p:cNvPr>
          <p:cNvSpPr>
            <a:spLocks noGrp="1"/>
          </p:cNvSpPr>
          <p:nvPr/>
        </p:nvSpPr>
        <p:spPr>
          <a:xfrm>
            <a:off x="16630650" y="8896350"/>
            <a:ext cx="114300" cy="114300"/>
          </a:xfrm>
          <a:prstGeom prst="rect">
            <a:avLst/>
          </a:prstGeom>
          <a:solidFill>
            <a:srgbClr val="6EE000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4" name="pixel-arrow-4-2">
            <a:extLst>
              <a:ext uri="{FF2B5EF4-FFF2-40B4-BE49-F238E27FC236}">
                <a16:creationId xmlns:a16="http://schemas.microsoft.com/office/drawing/2014/main" id="{7BDAE437-1B96-4B21-B106-163FD5B24393}"/>
              </a:ext>
            </a:extLst>
          </p:cNvPr>
          <p:cNvSpPr>
            <a:spLocks noGrp="1"/>
          </p:cNvSpPr>
          <p:nvPr/>
        </p:nvSpPr>
        <p:spPr>
          <a:xfrm>
            <a:off x="16516350" y="9010650"/>
            <a:ext cx="114300" cy="114300"/>
          </a:xfrm>
          <a:prstGeom prst="rect">
            <a:avLst/>
          </a:prstGeom>
          <a:solidFill>
            <a:srgbClr val="6EE000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5" name="footer-context">
            <a:extLst>
              <a:ext uri="{FF2B5EF4-FFF2-40B4-BE49-F238E27FC236}">
                <a16:creationId xmlns:a16="http://schemas.microsoft.com/office/drawing/2014/main" id="{623F6EC8-E593-49E7-AD72-F9C9A02DEC96}"/>
              </a:ext>
            </a:extLst>
          </p:cNvPr>
          <p:cNvSpPr>
            <a:spLocks noGrp="1"/>
          </p:cNvSpPr>
          <p:nvPr/>
        </p:nvSpPr>
        <p:spPr>
          <a:xfrm>
            <a:off x="895350" y="400050"/>
            <a:ext cx="7239000" cy="3429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350" b="0">
                <a:solidFill>
                  <a:srgbClr val="C9C6E8"/>
                </a:solidFill>
                <a:latin typeface="Consolas"/>
                <a:ea typeface="Consolas"/>
                <a:cs typeface="Consolas"/>
              </a:defRPr>
            </a:pPr>
            <a:r>
              <a:t>7 ATE 9 | CSE 110 | SPRINT 1 INTERVIEW</a:t>
            </a:r>
          </a:p>
        </p:txBody>
      </p:sp>
      <p:sp>
        <p:nvSpPr>
          <p:cNvPr id="86" name="slide-number">
            <a:extLst>
              <a:ext uri="{FF2B5EF4-FFF2-40B4-BE49-F238E27FC236}">
                <a16:creationId xmlns:a16="http://schemas.microsoft.com/office/drawing/2014/main" id="{2F3CA3F8-3ACF-4E79-AA5B-AEA6BE79075A}"/>
              </a:ext>
            </a:extLst>
          </p:cNvPr>
          <p:cNvSpPr>
            <a:spLocks noGrp="1"/>
          </p:cNvSpPr>
          <p:nvPr/>
        </p:nvSpPr>
        <p:spPr>
          <a:xfrm>
            <a:off x="16821150" y="400050"/>
            <a:ext cx="7048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r">
              <a:defRPr sz="1500" b="1">
                <a:solidFill>
                  <a:srgbClr val="B111FF"/>
                </a:solidFill>
                <a:latin typeface="Consolas"/>
                <a:ea typeface="Consolas"/>
                <a:cs typeface="Consolas"/>
              </a:defRPr>
            </a:pPr>
            <a:r>
              <a:t>03</a:t>
            </a:r>
          </a:p>
        </p:txBody>
      </p:sp>
      <p:sp>
        <p:nvSpPr>
          <p:cNvPr id="87" name="slide-title">
            <a:extLst>
              <a:ext uri="{FF2B5EF4-FFF2-40B4-BE49-F238E27FC236}">
                <a16:creationId xmlns:a16="http://schemas.microsoft.com/office/drawing/2014/main" id="{5CDFD2CA-F6EA-4FA2-B965-FA4251A0D08B}"/>
              </a:ext>
            </a:extLst>
          </p:cNvPr>
          <p:cNvSpPr>
            <a:spLocks noGrp="1"/>
          </p:cNvSpPr>
          <p:nvPr/>
        </p:nvSpPr>
        <p:spPr>
          <a:xfrm>
            <a:off x="895350" y="914400"/>
            <a:ext cx="11049000" cy="8191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4050" b="1">
                <a:solidFill>
                  <a:srgbClr val="F6F3FF"/>
                </a:solidFill>
                <a:latin typeface="Bahnschrift"/>
                <a:ea typeface="Bahnschrift"/>
                <a:cs typeface="Bahnschrift"/>
              </a:defRPr>
            </a:pPr>
            <a:r>
              <a:t>Possible MVP</a:t>
            </a:r>
          </a:p>
        </p:txBody>
      </p:sp>
      <p:sp>
        <p:nvSpPr>
          <p:cNvPr id="88" name="slide-subtitle">
            <a:extLst>
              <a:ext uri="{FF2B5EF4-FFF2-40B4-BE49-F238E27FC236}">
                <a16:creationId xmlns:a16="http://schemas.microsoft.com/office/drawing/2014/main" id="{CEF7DBE7-680B-4C75-BF59-C3DB926F86D2}"/>
              </a:ext>
            </a:extLst>
          </p:cNvPr>
          <p:cNvSpPr>
            <a:spLocks noGrp="1"/>
          </p:cNvSpPr>
          <p:nvPr/>
        </p:nvSpPr>
        <p:spPr>
          <a:xfrm>
            <a:off x="933450" y="1657350"/>
            <a:ext cx="933450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650" b="0">
                <a:solidFill>
                  <a:srgbClr val="C9C6E8"/>
                </a:solidFill>
                <a:latin typeface="Aptos"/>
                <a:ea typeface="Aptos"/>
                <a:cs typeface="Aptos"/>
              </a:defRPr>
            </a:pPr>
            <a:r>
              <a:t>A first version that proves the capture-to-dashboard loop</a:t>
            </a:r>
          </a:p>
        </p:txBody>
      </p:sp>
      <p:sp>
        <p:nvSpPr>
          <p:cNvPr id="89" name="title-rule">
            <a:extLst>
              <a:ext uri="{FF2B5EF4-FFF2-40B4-BE49-F238E27FC236}">
                <a16:creationId xmlns:a16="http://schemas.microsoft.com/office/drawing/2014/main" id="{1FB1100B-A2D9-4A6C-A51A-BD139BC2DA38}"/>
              </a:ext>
            </a:extLst>
          </p:cNvPr>
          <p:cNvSpPr>
            <a:spLocks noGrp="1"/>
          </p:cNvSpPr>
          <p:nvPr/>
        </p:nvSpPr>
        <p:spPr>
          <a:xfrm>
            <a:off x="914400" y="2133600"/>
            <a:ext cx="2190750" cy="47625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0" name="mvp-thesis">
            <a:extLst>
              <a:ext uri="{FF2B5EF4-FFF2-40B4-BE49-F238E27FC236}">
                <a16:creationId xmlns:a16="http://schemas.microsoft.com/office/drawing/2014/main" id="{17298151-B8F5-4C8F-BC63-FEC97C2C7502}"/>
              </a:ext>
            </a:extLst>
          </p:cNvPr>
          <p:cNvSpPr>
            <a:spLocks noGrp="1"/>
          </p:cNvSpPr>
          <p:nvPr/>
        </p:nvSpPr>
        <p:spPr>
          <a:xfrm>
            <a:off x="990600" y="2724150"/>
            <a:ext cx="12001500" cy="5143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2700" b="1">
                <a:solidFill>
                  <a:srgbClr val="F6F3FF"/>
                </a:solidFill>
                <a:latin typeface="Bahnschrift"/>
                <a:ea typeface="Bahnschrift"/>
                <a:cs typeface="Bahnschrift"/>
              </a:defRPr>
            </a:pPr>
            <a:r>
              <a:t>MVP = enough observability to explain what happened and when.</a:t>
            </a:r>
          </a:p>
        </p:txBody>
      </p:sp>
      <p:sp>
        <p:nvSpPr>
          <p:cNvPr id="91" name="mvp-row-rule-0">
            <a:extLst>
              <a:ext uri="{FF2B5EF4-FFF2-40B4-BE49-F238E27FC236}">
                <a16:creationId xmlns:a16="http://schemas.microsoft.com/office/drawing/2014/main" id="{E11175EB-74DB-460D-9C3C-6B877AF0B1C2}"/>
              </a:ext>
            </a:extLst>
          </p:cNvPr>
          <p:cNvSpPr>
            <a:spLocks noGrp="1"/>
          </p:cNvSpPr>
          <p:nvPr/>
        </p:nvSpPr>
        <p:spPr>
          <a:xfrm>
            <a:off x="990600" y="3543300"/>
            <a:ext cx="13811250" cy="28575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2" name="mvp-icon-0">
            <a:extLst>
              <a:ext uri="{FF2B5EF4-FFF2-40B4-BE49-F238E27FC236}">
                <a16:creationId xmlns:a16="http://schemas.microsoft.com/office/drawing/2014/main" id="{EF7EC5D8-D95C-4F6B-9FB6-D8D7C7BA57F0}"/>
              </a:ext>
            </a:extLst>
          </p:cNvPr>
          <p:cNvSpPr>
            <a:spLocks noGrp="1"/>
          </p:cNvSpPr>
          <p:nvPr/>
        </p:nvSpPr>
        <p:spPr>
          <a:xfrm>
            <a:off x="1181100" y="3810000"/>
            <a:ext cx="628650" cy="628650"/>
          </a:xfrm>
          <a:prstGeom prst="lightningBolt">
            <a:avLst/>
          </a:prstGeom>
          <a:solidFill>
            <a:srgbClr val="11115B"/>
          </a:solidFill>
          <a:ln w="28575">
            <a:solidFill>
              <a:srgbClr val="FF332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3" name="mvp-title-0">
            <a:extLst>
              <a:ext uri="{FF2B5EF4-FFF2-40B4-BE49-F238E27FC236}">
                <a16:creationId xmlns:a16="http://schemas.microsoft.com/office/drawing/2014/main" id="{6B4DE9F2-F373-4500-9D95-23B96D85F5A0}"/>
              </a:ext>
            </a:extLst>
          </p:cNvPr>
          <p:cNvSpPr>
            <a:spLocks noGrp="1"/>
          </p:cNvSpPr>
          <p:nvPr/>
        </p:nvSpPr>
        <p:spPr>
          <a:xfrm>
            <a:off x="2095500" y="3771900"/>
            <a:ext cx="4191000" cy="4191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2325" b="1">
                <a:solidFill>
                  <a:srgbClr val="FF3328"/>
                </a:solidFill>
                <a:latin typeface="Bahnschrift"/>
                <a:ea typeface="Bahnschrift"/>
                <a:cs typeface="Bahnschrift"/>
              </a:defRPr>
            </a:pPr>
            <a:r>
              <a:t>Errors</a:t>
            </a:r>
          </a:p>
        </p:txBody>
      </p:sp>
      <p:sp>
        <p:nvSpPr>
          <p:cNvPr id="94" name="mvp-body-0">
            <a:extLst>
              <a:ext uri="{FF2B5EF4-FFF2-40B4-BE49-F238E27FC236}">
                <a16:creationId xmlns:a16="http://schemas.microsoft.com/office/drawing/2014/main" id="{24878AC8-EC08-4600-9393-469388D9CF17}"/>
              </a:ext>
            </a:extLst>
          </p:cNvPr>
          <p:cNvSpPr>
            <a:spLocks noGrp="1"/>
          </p:cNvSpPr>
          <p:nvPr/>
        </p:nvSpPr>
        <p:spPr>
          <a:xfrm>
            <a:off x="6191250" y="3790950"/>
            <a:ext cx="8286750" cy="6667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725" b="0">
                <a:solidFill>
                  <a:srgbClr val="F6F3FF"/>
                </a:solidFill>
                <a:latin typeface="Aptos"/>
                <a:ea typeface="Aptos"/>
                <a:cs typeface="Aptos"/>
              </a:defRPr>
            </a:pPr>
            <a:r>
              <a:t>Capture uncaught exceptions, stack traces, page URL, timestamp, and affected version.</a:t>
            </a:r>
          </a:p>
        </p:txBody>
      </p:sp>
      <p:sp>
        <p:nvSpPr>
          <p:cNvPr id="95" name="mvp-row-rule-1">
            <a:extLst>
              <a:ext uri="{FF2B5EF4-FFF2-40B4-BE49-F238E27FC236}">
                <a16:creationId xmlns:a16="http://schemas.microsoft.com/office/drawing/2014/main" id="{B95D8979-7462-4633-96F2-092F118EBB2B}"/>
              </a:ext>
            </a:extLst>
          </p:cNvPr>
          <p:cNvSpPr>
            <a:spLocks noGrp="1"/>
          </p:cNvSpPr>
          <p:nvPr/>
        </p:nvSpPr>
        <p:spPr>
          <a:xfrm>
            <a:off x="990600" y="4829175"/>
            <a:ext cx="13811250" cy="28575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6" name="mvp-icon-1">
            <a:extLst>
              <a:ext uri="{FF2B5EF4-FFF2-40B4-BE49-F238E27FC236}">
                <a16:creationId xmlns:a16="http://schemas.microsoft.com/office/drawing/2014/main" id="{AE9ABEA2-3634-4045-A790-8BE7DADC1684}"/>
              </a:ext>
            </a:extLst>
          </p:cNvPr>
          <p:cNvSpPr>
            <a:spLocks noGrp="1"/>
          </p:cNvSpPr>
          <p:nvPr/>
        </p:nvSpPr>
        <p:spPr>
          <a:xfrm>
            <a:off x="1181100" y="5095875"/>
            <a:ext cx="628650" cy="628650"/>
          </a:xfrm>
          <a:prstGeom prst="flowChartDelay">
            <a:avLst/>
          </a:prstGeom>
          <a:solidFill>
            <a:srgbClr val="11115B"/>
          </a:solidFill>
          <a:ln w="28575">
            <a:solidFill>
              <a:srgbClr val="FFB0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7" name="mvp-title-1">
            <a:extLst>
              <a:ext uri="{FF2B5EF4-FFF2-40B4-BE49-F238E27FC236}">
                <a16:creationId xmlns:a16="http://schemas.microsoft.com/office/drawing/2014/main" id="{F3423876-C37A-4DAC-867B-02CB27CD47F3}"/>
              </a:ext>
            </a:extLst>
          </p:cNvPr>
          <p:cNvSpPr>
            <a:spLocks noGrp="1"/>
          </p:cNvSpPr>
          <p:nvPr/>
        </p:nvSpPr>
        <p:spPr>
          <a:xfrm>
            <a:off x="2095500" y="5057775"/>
            <a:ext cx="4191000" cy="4191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2325" b="1">
                <a:solidFill>
                  <a:srgbClr val="FFB000"/>
                </a:solidFill>
                <a:latin typeface="Bahnschrift"/>
                <a:ea typeface="Bahnschrift"/>
                <a:cs typeface="Bahnschrift"/>
              </a:defRPr>
            </a:pPr>
            <a:r>
              <a:t>Performance warnings</a:t>
            </a:r>
          </a:p>
        </p:txBody>
      </p:sp>
      <p:sp>
        <p:nvSpPr>
          <p:cNvPr id="98" name="mvp-body-1">
            <a:extLst>
              <a:ext uri="{FF2B5EF4-FFF2-40B4-BE49-F238E27FC236}">
                <a16:creationId xmlns:a16="http://schemas.microsoft.com/office/drawing/2014/main" id="{D2318F7D-48AD-45BC-8989-01E92A99D14B}"/>
              </a:ext>
            </a:extLst>
          </p:cNvPr>
          <p:cNvSpPr>
            <a:spLocks noGrp="1"/>
          </p:cNvSpPr>
          <p:nvPr/>
        </p:nvSpPr>
        <p:spPr>
          <a:xfrm>
            <a:off x="6191250" y="5076825"/>
            <a:ext cx="8286750" cy="6667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725" b="0">
                <a:solidFill>
                  <a:srgbClr val="F6F3FF"/>
                </a:solidFill>
                <a:latin typeface="Aptos"/>
                <a:ea typeface="Aptos"/>
                <a:cs typeface="Aptos"/>
              </a:defRPr>
            </a:pPr>
            <a:r>
              <a:t>Surface slow page loads, long tasks, API latency, and threshold-based warnings.</a:t>
            </a:r>
          </a:p>
        </p:txBody>
      </p:sp>
      <p:sp>
        <p:nvSpPr>
          <p:cNvPr id="99" name="mvp-row-rule-2">
            <a:extLst>
              <a:ext uri="{FF2B5EF4-FFF2-40B4-BE49-F238E27FC236}">
                <a16:creationId xmlns:a16="http://schemas.microsoft.com/office/drawing/2014/main" id="{0399AFD1-EE0E-41F1-9C47-ECFFBE004EF0}"/>
              </a:ext>
            </a:extLst>
          </p:cNvPr>
          <p:cNvSpPr>
            <a:spLocks noGrp="1"/>
          </p:cNvSpPr>
          <p:nvPr/>
        </p:nvSpPr>
        <p:spPr>
          <a:xfrm>
            <a:off x="990600" y="6115050"/>
            <a:ext cx="13811250" cy="28575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0" name="mvp-icon-2">
            <a:extLst>
              <a:ext uri="{FF2B5EF4-FFF2-40B4-BE49-F238E27FC236}">
                <a16:creationId xmlns:a16="http://schemas.microsoft.com/office/drawing/2014/main" id="{211F8419-EC7C-4994-9F56-66E574AB454F}"/>
              </a:ext>
            </a:extLst>
          </p:cNvPr>
          <p:cNvSpPr>
            <a:spLocks noGrp="1"/>
          </p:cNvSpPr>
          <p:nvPr/>
        </p:nvSpPr>
        <p:spPr>
          <a:xfrm>
            <a:off x="1181100" y="6381750"/>
            <a:ext cx="628650" cy="628650"/>
          </a:xfrm>
          <a:prstGeom prst="flowChartDocument">
            <a:avLst/>
          </a:prstGeom>
          <a:solidFill>
            <a:srgbClr val="11115B"/>
          </a:solidFill>
          <a:ln w="28575">
            <a:solidFill>
              <a:srgbClr val="6EE0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mvp-title-2">
            <a:extLst>
              <a:ext uri="{FF2B5EF4-FFF2-40B4-BE49-F238E27FC236}">
                <a16:creationId xmlns:a16="http://schemas.microsoft.com/office/drawing/2014/main" id="{7B0D22AD-AB6F-4848-B2B6-B249F8E727A2}"/>
              </a:ext>
            </a:extLst>
          </p:cNvPr>
          <p:cNvSpPr>
            <a:spLocks noGrp="1"/>
          </p:cNvSpPr>
          <p:nvPr/>
        </p:nvSpPr>
        <p:spPr>
          <a:xfrm>
            <a:off x="2095500" y="6343650"/>
            <a:ext cx="4191000" cy="4191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2325" b="1">
                <a:solidFill>
                  <a:srgbClr val="6EE000"/>
                </a:solidFill>
                <a:latin typeface="Bahnschrift"/>
                <a:ea typeface="Bahnschrift"/>
                <a:cs typeface="Bahnschrift"/>
              </a:defRPr>
            </a:pPr>
            <a:r>
              <a:t>User feedback</a:t>
            </a:r>
          </a:p>
        </p:txBody>
      </p:sp>
      <p:sp>
        <p:nvSpPr>
          <p:cNvPr id="102" name="mvp-body-2">
            <a:extLst>
              <a:ext uri="{FF2B5EF4-FFF2-40B4-BE49-F238E27FC236}">
                <a16:creationId xmlns:a16="http://schemas.microsoft.com/office/drawing/2014/main" id="{245B6A1F-4BB2-469E-B4E0-6DF70F6B3AF9}"/>
              </a:ext>
            </a:extLst>
          </p:cNvPr>
          <p:cNvSpPr>
            <a:spLocks noGrp="1"/>
          </p:cNvSpPr>
          <p:nvPr/>
        </p:nvSpPr>
        <p:spPr>
          <a:xfrm>
            <a:off x="6191250" y="6362700"/>
            <a:ext cx="8286750" cy="6667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725" b="0">
                <a:solidFill>
                  <a:srgbClr val="F6F3FF"/>
                </a:solidFill>
                <a:latin typeface="Aptos"/>
                <a:ea typeface="Aptos"/>
                <a:cs typeface="Aptos"/>
              </a:defRPr>
            </a:pPr>
            <a:r>
              <a:t>Collect comments, ratings, reproduction context, and page metadata from users.</a:t>
            </a:r>
          </a:p>
        </p:txBody>
      </p:sp>
      <p:sp>
        <p:nvSpPr>
          <p:cNvPr id="103" name="mvp-row-rule-3">
            <a:extLst>
              <a:ext uri="{FF2B5EF4-FFF2-40B4-BE49-F238E27FC236}">
                <a16:creationId xmlns:a16="http://schemas.microsoft.com/office/drawing/2014/main" id="{5D8275D3-5C6A-4248-B229-DCE059267202}"/>
              </a:ext>
            </a:extLst>
          </p:cNvPr>
          <p:cNvSpPr>
            <a:spLocks noGrp="1"/>
          </p:cNvSpPr>
          <p:nvPr/>
        </p:nvSpPr>
        <p:spPr>
          <a:xfrm>
            <a:off x="990600" y="7400925"/>
            <a:ext cx="13811250" cy="28575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4" name="mvp-icon-3">
            <a:extLst>
              <a:ext uri="{FF2B5EF4-FFF2-40B4-BE49-F238E27FC236}">
                <a16:creationId xmlns:a16="http://schemas.microsoft.com/office/drawing/2014/main" id="{78667059-7D39-451A-9A43-4DACB9248B92}"/>
              </a:ext>
            </a:extLst>
          </p:cNvPr>
          <p:cNvSpPr>
            <a:spLocks noGrp="1"/>
          </p:cNvSpPr>
          <p:nvPr/>
        </p:nvSpPr>
        <p:spPr>
          <a:xfrm>
            <a:off x="1181100" y="7667625"/>
            <a:ext cx="628650" cy="628650"/>
          </a:xfrm>
          <a:prstGeom prst="flowChartPredefinedProcess">
            <a:avLst/>
          </a:prstGeom>
          <a:solidFill>
            <a:srgbClr val="11115B"/>
          </a:solidFill>
          <a:ln w="28575">
            <a:solidFill>
              <a:srgbClr val="249C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5" name="mvp-title-3">
            <a:extLst>
              <a:ext uri="{FF2B5EF4-FFF2-40B4-BE49-F238E27FC236}">
                <a16:creationId xmlns:a16="http://schemas.microsoft.com/office/drawing/2014/main" id="{08661312-AB66-42FE-87FB-C5F0916435B7}"/>
              </a:ext>
            </a:extLst>
          </p:cNvPr>
          <p:cNvSpPr>
            <a:spLocks noGrp="1"/>
          </p:cNvSpPr>
          <p:nvPr/>
        </p:nvSpPr>
        <p:spPr>
          <a:xfrm>
            <a:off x="2095500" y="7629525"/>
            <a:ext cx="4191000" cy="4191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2325" b="1">
                <a:solidFill>
                  <a:srgbClr val="249CFF"/>
                </a:solidFill>
                <a:latin typeface="Bahnschrift"/>
                <a:ea typeface="Bahnschrift"/>
                <a:cs typeface="Bahnschrift"/>
              </a:defRPr>
            </a:pPr>
            <a:r>
              <a:t>Deployment / version history</a:t>
            </a:r>
          </a:p>
        </p:txBody>
      </p:sp>
      <p:sp>
        <p:nvSpPr>
          <p:cNvPr id="106" name="mvp-body-3">
            <a:extLst>
              <a:ext uri="{FF2B5EF4-FFF2-40B4-BE49-F238E27FC236}">
                <a16:creationId xmlns:a16="http://schemas.microsoft.com/office/drawing/2014/main" id="{B46BBDAA-5512-409B-8133-AD004E48D2F0}"/>
              </a:ext>
            </a:extLst>
          </p:cNvPr>
          <p:cNvSpPr>
            <a:spLocks noGrp="1"/>
          </p:cNvSpPr>
          <p:nvPr/>
        </p:nvSpPr>
        <p:spPr>
          <a:xfrm>
            <a:off x="6191250" y="7648575"/>
            <a:ext cx="8286750" cy="6667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725" b="0">
                <a:solidFill>
                  <a:srgbClr val="F6F3FF"/>
                </a:solidFill>
                <a:latin typeface="Aptos"/>
                <a:ea typeface="Aptos"/>
                <a:cs typeface="Aptos"/>
              </a:defRPr>
            </a:pPr>
            <a:r>
              <a:t>Track release tag, deploy time, and event counts by version to connect issues to changes.</a:t>
            </a:r>
          </a:p>
        </p:txBody>
      </p:sp>
      <p:sp>
        <p:nvSpPr>
          <p:cNvPr id="107" name="mvp-scope-panel">
            <a:extLst>
              <a:ext uri="{FF2B5EF4-FFF2-40B4-BE49-F238E27FC236}">
                <a16:creationId xmlns:a16="http://schemas.microsoft.com/office/drawing/2014/main" id="{32DDDC0D-A6FA-416D-8C9C-4E44771ADCFF}"/>
              </a:ext>
            </a:extLst>
          </p:cNvPr>
          <p:cNvSpPr>
            <a:spLocks noGrp="1"/>
          </p:cNvSpPr>
          <p:nvPr/>
        </p:nvSpPr>
        <p:spPr>
          <a:xfrm>
            <a:off x="14744700" y="3390900"/>
            <a:ext cx="2362200" cy="4648200"/>
          </a:xfrm>
          <a:prstGeom prst="roundRect">
            <a:avLst>
              <a:gd name="adj" fmla="val 3226"/>
            </a:avLst>
          </a:prstGeom>
          <a:solidFill>
            <a:srgbClr val="0D1052"/>
          </a:solidFill>
          <a:ln w="28575">
            <a:solidFill>
              <a:srgbClr val="B111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8" name="scope-title">
            <a:extLst>
              <a:ext uri="{FF2B5EF4-FFF2-40B4-BE49-F238E27FC236}">
                <a16:creationId xmlns:a16="http://schemas.microsoft.com/office/drawing/2014/main" id="{A5B4B51A-B92D-4D66-91C3-D85DB19F2D07}"/>
              </a:ext>
            </a:extLst>
          </p:cNvPr>
          <p:cNvSpPr>
            <a:spLocks noGrp="1"/>
          </p:cNvSpPr>
          <p:nvPr/>
        </p:nvSpPr>
        <p:spPr>
          <a:xfrm>
            <a:off x="15049500" y="3771900"/>
            <a:ext cx="1752600" cy="6667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2250" b="1">
                <a:solidFill>
                  <a:srgbClr val="F6F3FF"/>
                </a:solidFill>
                <a:latin typeface="Bahnschrift"/>
                <a:ea typeface="Bahnschrift"/>
                <a:cs typeface="Bahnschrift"/>
              </a:defRPr>
            </a:pPr>
            <a:r>
              <a:t>Keep scope tight</a:t>
            </a:r>
          </a:p>
        </p:txBody>
      </p:sp>
      <p:sp>
        <p:nvSpPr>
          <p:cNvPr id="109" name="scope-body">
            <a:extLst>
              <a:ext uri="{FF2B5EF4-FFF2-40B4-BE49-F238E27FC236}">
                <a16:creationId xmlns:a16="http://schemas.microsoft.com/office/drawing/2014/main" id="{FB1689E3-A47C-4BFE-86EB-00B587015D4D}"/>
              </a:ext>
            </a:extLst>
          </p:cNvPr>
          <p:cNvSpPr>
            <a:spLocks noGrp="1"/>
          </p:cNvSpPr>
          <p:nvPr/>
        </p:nvSpPr>
        <p:spPr>
          <a:xfrm>
            <a:off x="15106650" y="4762500"/>
            <a:ext cx="1676400" cy="18097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725" b="0">
                <a:solidFill>
                  <a:srgbClr val="C9C6E8"/>
                </a:solidFill>
                <a:latin typeface="Aptos"/>
                <a:ea typeface="Aptos"/>
                <a:cs typeface="Aptos"/>
              </a:defRPr>
            </a:pPr>
            <a:r>
              <a:t>Start with clear signals before advanced alerting, deep tracing, or heavy analytics.</a:t>
            </a:r>
          </a:p>
        </p:txBody>
      </p:sp>
      <p:sp>
        <p:nvSpPr>
          <p:cNvPr id="110" name="pixel-plus-0-2">
            <a:extLst>
              <a:ext uri="{FF2B5EF4-FFF2-40B4-BE49-F238E27FC236}">
                <a16:creationId xmlns:a16="http://schemas.microsoft.com/office/drawing/2014/main" id="{343A6FAD-2A1B-4876-B014-C7004A4DB088}"/>
              </a:ext>
            </a:extLst>
          </p:cNvPr>
          <p:cNvSpPr>
            <a:spLocks noGrp="1"/>
          </p:cNvSpPr>
          <p:nvPr/>
        </p:nvSpPr>
        <p:spPr>
          <a:xfrm>
            <a:off x="16021050" y="6896100"/>
            <a:ext cx="161925" cy="161925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1" name="pixel-plus-1-2">
            <a:extLst>
              <a:ext uri="{FF2B5EF4-FFF2-40B4-BE49-F238E27FC236}">
                <a16:creationId xmlns:a16="http://schemas.microsoft.com/office/drawing/2014/main" id="{86DB288B-9F68-49E4-B777-537554DEEB10}"/>
              </a:ext>
            </a:extLst>
          </p:cNvPr>
          <p:cNvSpPr>
            <a:spLocks noGrp="1"/>
          </p:cNvSpPr>
          <p:nvPr/>
        </p:nvSpPr>
        <p:spPr>
          <a:xfrm>
            <a:off x="16021050" y="7058025"/>
            <a:ext cx="161925" cy="161925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2" name="pixel-plus-2-0">
            <a:extLst>
              <a:ext uri="{FF2B5EF4-FFF2-40B4-BE49-F238E27FC236}">
                <a16:creationId xmlns:a16="http://schemas.microsoft.com/office/drawing/2014/main" id="{0089B73C-370D-4AC1-AEBE-F5DF7290576E}"/>
              </a:ext>
            </a:extLst>
          </p:cNvPr>
          <p:cNvSpPr>
            <a:spLocks noGrp="1"/>
          </p:cNvSpPr>
          <p:nvPr/>
        </p:nvSpPr>
        <p:spPr>
          <a:xfrm>
            <a:off x="15697200" y="7219950"/>
            <a:ext cx="161925" cy="161925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3" name="pixel-plus-2-1">
            <a:extLst>
              <a:ext uri="{FF2B5EF4-FFF2-40B4-BE49-F238E27FC236}">
                <a16:creationId xmlns:a16="http://schemas.microsoft.com/office/drawing/2014/main" id="{FC79FCCD-52C8-4906-AFAE-72DF644EFBB1}"/>
              </a:ext>
            </a:extLst>
          </p:cNvPr>
          <p:cNvSpPr>
            <a:spLocks noGrp="1"/>
          </p:cNvSpPr>
          <p:nvPr/>
        </p:nvSpPr>
        <p:spPr>
          <a:xfrm>
            <a:off x="15859125" y="7219950"/>
            <a:ext cx="161925" cy="161925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4" name="pixel-plus-2-2">
            <a:extLst>
              <a:ext uri="{FF2B5EF4-FFF2-40B4-BE49-F238E27FC236}">
                <a16:creationId xmlns:a16="http://schemas.microsoft.com/office/drawing/2014/main" id="{7E4D0522-E143-43E5-A1B6-22A53C3AB768}"/>
              </a:ext>
            </a:extLst>
          </p:cNvPr>
          <p:cNvSpPr>
            <a:spLocks noGrp="1"/>
          </p:cNvSpPr>
          <p:nvPr/>
        </p:nvSpPr>
        <p:spPr>
          <a:xfrm>
            <a:off x="16021050" y="7219950"/>
            <a:ext cx="161925" cy="161925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5" name="pixel-plus-2-3">
            <a:extLst>
              <a:ext uri="{FF2B5EF4-FFF2-40B4-BE49-F238E27FC236}">
                <a16:creationId xmlns:a16="http://schemas.microsoft.com/office/drawing/2014/main" id="{C65AB8FD-E8C4-4FF7-B791-27DBA74A87AF}"/>
              </a:ext>
            </a:extLst>
          </p:cNvPr>
          <p:cNvSpPr>
            <a:spLocks noGrp="1"/>
          </p:cNvSpPr>
          <p:nvPr/>
        </p:nvSpPr>
        <p:spPr>
          <a:xfrm>
            <a:off x="16182975" y="7219950"/>
            <a:ext cx="161925" cy="161925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pixel-plus-2-4">
            <a:extLst>
              <a:ext uri="{FF2B5EF4-FFF2-40B4-BE49-F238E27FC236}">
                <a16:creationId xmlns:a16="http://schemas.microsoft.com/office/drawing/2014/main" id="{880ACEAF-4DA6-478E-A796-C2F6208C7151}"/>
              </a:ext>
            </a:extLst>
          </p:cNvPr>
          <p:cNvSpPr>
            <a:spLocks noGrp="1"/>
          </p:cNvSpPr>
          <p:nvPr/>
        </p:nvSpPr>
        <p:spPr>
          <a:xfrm>
            <a:off x="16344900" y="7219950"/>
            <a:ext cx="161925" cy="161925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7" name="pixel-plus-3-2">
            <a:extLst>
              <a:ext uri="{FF2B5EF4-FFF2-40B4-BE49-F238E27FC236}">
                <a16:creationId xmlns:a16="http://schemas.microsoft.com/office/drawing/2014/main" id="{8265C67C-F401-4F71-A2D3-1218B5ED5119}"/>
              </a:ext>
            </a:extLst>
          </p:cNvPr>
          <p:cNvSpPr>
            <a:spLocks noGrp="1"/>
          </p:cNvSpPr>
          <p:nvPr/>
        </p:nvSpPr>
        <p:spPr>
          <a:xfrm>
            <a:off x="16021050" y="7381875"/>
            <a:ext cx="161925" cy="161925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8" name="pixel-plus-4-2">
            <a:extLst>
              <a:ext uri="{FF2B5EF4-FFF2-40B4-BE49-F238E27FC236}">
                <a16:creationId xmlns:a16="http://schemas.microsoft.com/office/drawing/2014/main" id="{F47977B1-325F-4177-AAD0-5722B296DE82}"/>
              </a:ext>
            </a:extLst>
          </p:cNvPr>
          <p:cNvSpPr>
            <a:spLocks noGrp="1"/>
          </p:cNvSpPr>
          <p:nvPr/>
        </p:nvSpPr>
        <p:spPr>
          <a:xfrm>
            <a:off x="16021050" y="7543800"/>
            <a:ext cx="161925" cy="161925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07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background-base">
            <a:extLst>
              <a:ext uri="{FF2B5EF4-FFF2-40B4-BE49-F238E27FC236}">
                <a16:creationId xmlns:a16="http://schemas.microsoft.com/office/drawing/2014/main" id="{2A75F3CA-52C7-4D06-AC12-1370388586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80A3D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background-depth">
            <a:extLst>
              <a:ext uri="{FF2B5EF4-FFF2-40B4-BE49-F238E27FC236}">
                <a16:creationId xmlns:a16="http://schemas.microsoft.com/office/drawing/2014/main" id="{A017939F-C155-42EC-B1E7-E55EC30EC9B3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160C65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grid-v-0">
            <a:extLst>
              <a:ext uri="{FF2B5EF4-FFF2-40B4-BE49-F238E27FC236}">
                <a16:creationId xmlns:a16="http://schemas.microsoft.com/office/drawing/2014/main" id="{47EFC63D-E16B-44DB-85BF-1415E85982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9050" cy="1028700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grid-v-88">
            <a:extLst>
              <a:ext uri="{FF2B5EF4-FFF2-40B4-BE49-F238E27FC236}">
                <a16:creationId xmlns:a16="http://schemas.microsoft.com/office/drawing/2014/main" id="{F8A5C5A1-1292-430D-B76C-2D7E90CEF400}"/>
              </a:ext>
            </a:extLst>
          </p:cNvPr>
          <p:cNvSpPr>
            <a:spLocks noGrp="1"/>
          </p:cNvSpPr>
          <p:nvPr/>
        </p:nvSpPr>
        <p:spPr>
          <a:xfrm>
            <a:off x="838200" y="0"/>
            <a:ext cx="19050" cy="1028700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grid-v-176">
            <a:extLst>
              <a:ext uri="{FF2B5EF4-FFF2-40B4-BE49-F238E27FC236}">
                <a16:creationId xmlns:a16="http://schemas.microsoft.com/office/drawing/2014/main" id="{FD164F64-ACD0-42F3-9527-884704A90EA6}"/>
              </a:ext>
            </a:extLst>
          </p:cNvPr>
          <p:cNvSpPr>
            <a:spLocks noGrp="1"/>
          </p:cNvSpPr>
          <p:nvPr/>
        </p:nvSpPr>
        <p:spPr>
          <a:xfrm>
            <a:off x="1676400" y="0"/>
            <a:ext cx="19050" cy="1028700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grid-v-264">
            <a:extLst>
              <a:ext uri="{FF2B5EF4-FFF2-40B4-BE49-F238E27FC236}">
                <a16:creationId xmlns:a16="http://schemas.microsoft.com/office/drawing/2014/main" id="{775E63FB-A9B6-4A78-87D4-2BE45F776164}"/>
              </a:ext>
            </a:extLst>
          </p:cNvPr>
          <p:cNvSpPr>
            <a:spLocks noGrp="1"/>
          </p:cNvSpPr>
          <p:nvPr/>
        </p:nvSpPr>
        <p:spPr>
          <a:xfrm>
            <a:off x="2514600" y="0"/>
            <a:ext cx="19050" cy="1028700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grid-v-352">
            <a:extLst>
              <a:ext uri="{FF2B5EF4-FFF2-40B4-BE49-F238E27FC236}">
                <a16:creationId xmlns:a16="http://schemas.microsoft.com/office/drawing/2014/main" id="{C8FE0A4C-B1D9-4AA2-B3D9-036634CA6C26}"/>
              </a:ext>
            </a:extLst>
          </p:cNvPr>
          <p:cNvSpPr>
            <a:spLocks noGrp="1"/>
          </p:cNvSpPr>
          <p:nvPr/>
        </p:nvSpPr>
        <p:spPr>
          <a:xfrm>
            <a:off x="3352800" y="0"/>
            <a:ext cx="19050" cy="1028700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grid-v-440">
            <a:extLst>
              <a:ext uri="{FF2B5EF4-FFF2-40B4-BE49-F238E27FC236}">
                <a16:creationId xmlns:a16="http://schemas.microsoft.com/office/drawing/2014/main" id="{59B7D62C-EF81-44FD-BC4A-621BAC97545A}"/>
              </a:ext>
            </a:extLst>
          </p:cNvPr>
          <p:cNvSpPr>
            <a:spLocks noGrp="1"/>
          </p:cNvSpPr>
          <p:nvPr/>
        </p:nvSpPr>
        <p:spPr>
          <a:xfrm>
            <a:off x="4191000" y="0"/>
            <a:ext cx="19050" cy="1028700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grid-v-528">
            <a:extLst>
              <a:ext uri="{FF2B5EF4-FFF2-40B4-BE49-F238E27FC236}">
                <a16:creationId xmlns:a16="http://schemas.microsoft.com/office/drawing/2014/main" id="{2333D36F-E1D6-4FB8-BBBC-68E8FCF40BF8}"/>
              </a:ext>
            </a:extLst>
          </p:cNvPr>
          <p:cNvSpPr>
            <a:spLocks noGrp="1"/>
          </p:cNvSpPr>
          <p:nvPr/>
        </p:nvSpPr>
        <p:spPr>
          <a:xfrm>
            <a:off x="5029200" y="0"/>
            <a:ext cx="19050" cy="1028700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grid-v-616">
            <a:extLst>
              <a:ext uri="{FF2B5EF4-FFF2-40B4-BE49-F238E27FC236}">
                <a16:creationId xmlns:a16="http://schemas.microsoft.com/office/drawing/2014/main" id="{EBED3284-1AF8-4189-A991-8EBD44F9BE9F}"/>
              </a:ext>
            </a:extLst>
          </p:cNvPr>
          <p:cNvSpPr>
            <a:spLocks noGrp="1"/>
          </p:cNvSpPr>
          <p:nvPr/>
        </p:nvSpPr>
        <p:spPr>
          <a:xfrm>
            <a:off x="5867400" y="0"/>
            <a:ext cx="19050" cy="1028700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grid-v-704">
            <a:extLst>
              <a:ext uri="{FF2B5EF4-FFF2-40B4-BE49-F238E27FC236}">
                <a16:creationId xmlns:a16="http://schemas.microsoft.com/office/drawing/2014/main" id="{E58805F9-A6A6-4B56-97A6-E9C8180AA8E5}"/>
              </a:ext>
            </a:extLst>
          </p:cNvPr>
          <p:cNvSpPr>
            <a:spLocks noGrp="1"/>
          </p:cNvSpPr>
          <p:nvPr/>
        </p:nvSpPr>
        <p:spPr>
          <a:xfrm>
            <a:off x="6705600" y="0"/>
            <a:ext cx="19050" cy="1028700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grid-v-792">
            <a:extLst>
              <a:ext uri="{FF2B5EF4-FFF2-40B4-BE49-F238E27FC236}">
                <a16:creationId xmlns:a16="http://schemas.microsoft.com/office/drawing/2014/main" id="{CFFCDFE9-10EE-45BD-AC15-20E7F20E3E98}"/>
              </a:ext>
            </a:extLst>
          </p:cNvPr>
          <p:cNvSpPr>
            <a:spLocks noGrp="1"/>
          </p:cNvSpPr>
          <p:nvPr/>
        </p:nvSpPr>
        <p:spPr>
          <a:xfrm>
            <a:off x="7543800" y="0"/>
            <a:ext cx="19050" cy="1028700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grid-v-880">
            <a:extLst>
              <a:ext uri="{FF2B5EF4-FFF2-40B4-BE49-F238E27FC236}">
                <a16:creationId xmlns:a16="http://schemas.microsoft.com/office/drawing/2014/main" id="{F2F9715C-C14C-47DA-A742-EBC1205B5ECF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19050" cy="1028700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grid-v-968">
            <a:extLst>
              <a:ext uri="{FF2B5EF4-FFF2-40B4-BE49-F238E27FC236}">
                <a16:creationId xmlns:a16="http://schemas.microsoft.com/office/drawing/2014/main" id="{796B573C-55A7-4746-B5A9-07BBFC5E234A}"/>
              </a:ext>
            </a:extLst>
          </p:cNvPr>
          <p:cNvSpPr>
            <a:spLocks noGrp="1"/>
          </p:cNvSpPr>
          <p:nvPr/>
        </p:nvSpPr>
        <p:spPr>
          <a:xfrm>
            <a:off x="9220200" y="0"/>
            <a:ext cx="19050" cy="1028700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grid-v-1056">
            <a:extLst>
              <a:ext uri="{FF2B5EF4-FFF2-40B4-BE49-F238E27FC236}">
                <a16:creationId xmlns:a16="http://schemas.microsoft.com/office/drawing/2014/main" id="{F8855251-6756-4B28-872C-A99D98A22873}"/>
              </a:ext>
            </a:extLst>
          </p:cNvPr>
          <p:cNvSpPr>
            <a:spLocks noGrp="1"/>
          </p:cNvSpPr>
          <p:nvPr/>
        </p:nvSpPr>
        <p:spPr>
          <a:xfrm>
            <a:off x="10058400" y="0"/>
            <a:ext cx="19050" cy="1028700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grid-v-1144">
            <a:extLst>
              <a:ext uri="{FF2B5EF4-FFF2-40B4-BE49-F238E27FC236}">
                <a16:creationId xmlns:a16="http://schemas.microsoft.com/office/drawing/2014/main" id="{02152801-AE99-4846-B881-1585B66262FE}"/>
              </a:ext>
            </a:extLst>
          </p:cNvPr>
          <p:cNvSpPr>
            <a:spLocks noGrp="1"/>
          </p:cNvSpPr>
          <p:nvPr/>
        </p:nvSpPr>
        <p:spPr>
          <a:xfrm>
            <a:off x="10896600" y="0"/>
            <a:ext cx="19050" cy="1028700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grid-v-1232">
            <a:extLst>
              <a:ext uri="{FF2B5EF4-FFF2-40B4-BE49-F238E27FC236}">
                <a16:creationId xmlns:a16="http://schemas.microsoft.com/office/drawing/2014/main" id="{DC310603-E4FF-454E-A0CA-C7B697A46767}"/>
              </a:ext>
            </a:extLst>
          </p:cNvPr>
          <p:cNvSpPr>
            <a:spLocks noGrp="1"/>
          </p:cNvSpPr>
          <p:nvPr/>
        </p:nvSpPr>
        <p:spPr>
          <a:xfrm>
            <a:off x="11734800" y="0"/>
            <a:ext cx="19050" cy="1028700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grid-v-1320">
            <a:extLst>
              <a:ext uri="{FF2B5EF4-FFF2-40B4-BE49-F238E27FC236}">
                <a16:creationId xmlns:a16="http://schemas.microsoft.com/office/drawing/2014/main" id="{BB1001B6-E009-43B8-B2D0-BA1735A1A2BA}"/>
              </a:ext>
            </a:extLst>
          </p:cNvPr>
          <p:cNvSpPr>
            <a:spLocks noGrp="1"/>
          </p:cNvSpPr>
          <p:nvPr/>
        </p:nvSpPr>
        <p:spPr>
          <a:xfrm>
            <a:off x="12573000" y="0"/>
            <a:ext cx="19050" cy="1028700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grid-v-1408">
            <a:extLst>
              <a:ext uri="{FF2B5EF4-FFF2-40B4-BE49-F238E27FC236}">
                <a16:creationId xmlns:a16="http://schemas.microsoft.com/office/drawing/2014/main" id="{E1DC5976-E5DA-41E8-A91F-3471ABADEE39}"/>
              </a:ext>
            </a:extLst>
          </p:cNvPr>
          <p:cNvSpPr>
            <a:spLocks noGrp="1"/>
          </p:cNvSpPr>
          <p:nvPr/>
        </p:nvSpPr>
        <p:spPr>
          <a:xfrm>
            <a:off x="13411200" y="0"/>
            <a:ext cx="19050" cy="1028700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grid-v-1496">
            <a:extLst>
              <a:ext uri="{FF2B5EF4-FFF2-40B4-BE49-F238E27FC236}">
                <a16:creationId xmlns:a16="http://schemas.microsoft.com/office/drawing/2014/main" id="{CAC9893E-E2D0-4144-B50B-670C61590C46}"/>
              </a:ext>
            </a:extLst>
          </p:cNvPr>
          <p:cNvSpPr>
            <a:spLocks noGrp="1"/>
          </p:cNvSpPr>
          <p:nvPr/>
        </p:nvSpPr>
        <p:spPr>
          <a:xfrm>
            <a:off x="14249400" y="0"/>
            <a:ext cx="19050" cy="1028700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grid-v-1584">
            <a:extLst>
              <a:ext uri="{FF2B5EF4-FFF2-40B4-BE49-F238E27FC236}">
                <a16:creationId xmlns:a16="http://schemas.microsoft.com/office/drawing/2014/main" id="{ED6BA6B4-B0AB-4C65-8614-7DA59B2685F1}"/>
              </a:ext>
            </a:extLst>
          </p:cNvPr>
          <p:cNvSpPr>
            <a:spLocks noGrp="1"/>
          </p:cNvSpPr>
          <p:nvPr/>
        </p:nvSpPr>
        <p:spPr>
          <a:xfrm>
            <a:off x="15087600" y="0"/>
            <a:ext cx="19050" cy="1028700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grid-v-1672">
            <a:extLst>
              <a:ext uri="{FF2B5EF4-FFF2-40B4-BE49-F238E27FC236}">
                <a16:creationId xmlns:a16="http://schemas.microsoft.com/office/drawing/2014/main" id="{8705C021-C19E-4965-824F-DC7A9DE0D8C6}"/>
              </a:ext>
            </a:extLst>
          </p:cNvPr>
          <p:cNvSpPr>
            <a:spLocks noGrp="1"/>
          </p:cNvSpPr>
          <p:nvPr/>
        </p:nvSpPr>
        <p:spPr>
          <a:xfrm>
            <a:off x="15925800" y="0"/>
            <a:ext cx="19050" cy="1028700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grid-v-1760">
            <a:extLst>
              <a:ext uri="{FF2B5EF4-FFF2-40B4-BE49-F238E27FC236}">
                <a16:creationId xmlns:a16="http://schemas.microsoft.com/office/drawing/2014/main" id="{DB4B3BE6-7D00-4B1B-A9A7-FA0CAD56CB57}"/>
              </a:ext>
            </a:extLst>
          </p:cNvPr>
          <p:cNvSpPr>
            <a:spLocks noGrp="1"/>
          </p:cNvSpPr>
          <p:nvPr/>
        </p:nvSpPr>
        <p:spPr>
          <a:xfrm>
            <a:off x="16764000" y="0"/>
            <a:ext cx="19050" cy="1028700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grid-v-1848">
            <a:extLst>
              <a:ext uri="{FF2B5EF4-FFF2-40B4-BE49-F238E27FC236}">
                <a16:creationId xmlns:a16="http://schemas.microsoft.com/office/drawing/2014/main" id="{8288E4E6-2A4E-4838-B8E2-DD13DD37B6AE}"/>
              </a:ext>
            </a:extLst>
          </p:cNvPr>
          <p:cNvSpPr>
            <a:spLocks noGrp="1"/>
          </p:cNvSpPr>
          <p:nvPr/>
        </p:nvSpPr>
        <p:spPr>
          <a:xfrm>
            <a:off x="17602200" y="0"/>
            <a:ext cx="19050" cy="1028700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grid-h-0">
            <a:extLst>
              <a:ext uri="{FF2B5EF4-FFF2-40B4-BE49-F238E27FC236}">
                <a16:creationId xmlns:a16="http://schemas.microsoft.com/office/drawing/2014/main" id="{F6CF64D6-EC9A-43BF-807D-7012AAA2A7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905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grid-h-88">
            <a:extLst>
              <a:ext uri="{FF2B5EF4-FFF2-40B4-BE49-F238E27FC236}">
                <a16:creationId xmlns:a16="http://schemas.microsoft.com/office/drawing/2014/main" id="{72FC4224-71B1-4129-A77F-03EB96B3A129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8288000" cy="1905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grid-h-176">
            <a:extLst>
              <a:ext uri="{FF2B5EF4-FFF2-40B4-BE49-F238E27FC236}">
                <a16:creationId xmlns:a16="http://schemas.microsoft.com/office/drawing/2014/main" id="{1BB4B84A-4504-476A-8B88-0AD4A5712F3F}"/>
              </a:ext>
            </a:extLst>
          </p:cNvPr>
          <p:cNvSpPr>
            <a:spLocks noGrp="1"/>
          </p:cNvSpPr>
          <p:nvPr/>
        </p:nvSpPr>
        <p:spPr>
          <a:xfrm>
            <a:off x="0" y="1676400"/>
            <a:ext cx="18288000" cy="1905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grid-h-264">
            <a:extLst>
              <a:ext uri="{FF2B5EF4-FFF2-40B4-BE49-F238E27FC236}">
                <a16:creationId xmlns:a16="http://schemas.microsoft.com/office/drawing/2014/main" id="{FCB51233-6DA7-4925-A14A-0E172BC9AE26}"/>
              </a:ext>
            </a:extLst>
          </p:cNvPr>
          <p:cNvSpPr>
            <a:spLocks noGrp="1"/>
          </p:cNvSpPr>
          <p:nvPr/>
        </p:nvSpPr>
        <p:spPr>
          <a:xfrm>
            <a:off x="0" y="2514600"/>
            <a:ext cx="18288000" cy="1905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grid-h-352">
            <a:extLst>
              <a:ext uri="{FF2B5EF4-FFF2-40B4-BE49-F238E27FC236}">
                <a16:creationId xmlns:a16="http://schemas.microsoft.com/office/drawing/2014/main" id="{E3FFB21A-5E13-4DE5-BDAC-4351E2752E60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8288000" cy="1905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grid-h-440">
            <a:extLst>
              <a:ext uri="{FF2B5EF4-FFF2-40B4-BE49-F238E27FC236}">
                <a16:creationId xmlns:a16="http://schemas.microsoft.com/office/drawing/2014/main" id="{564FB911-D5DA-488E-8D75-535586CEC535}"/>
              </a:ext>
            </a:extLst>
          </p:cNvPr>
          <p:cNvSpPr>
            <a:spLocks noGrp="1"/>
          </p:cNvSpPr>
          <p:nvPr/>
        </p:nvSpPr>
        <p:spPr>
          <a:xfrm>
            <a:off x="0" y="4191000"/>
            <a:ext cx="18288000" cy="1905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grid-h-528">
            <a:extLst>
              <a:ext uri="{FF2B5EF4-FFF2-40B4-BE49-F238E27FC236}">
                <a16:creationId xmlns:a16="http://schemas.microsoft.com/office/drawing/2014/main" id="{1C83FAB2-DA59-4CBA-8D20-9EEE97F0AC09}"/>
              </a:ext>
            </a:extLst>
          </p:cNvPr>
          <p:cNvSpPr>
            <a:spLocks noGrp="1"/>
          </p:cNvSpPr>
          <p:nvPr/>
        </p:nvSpPr>
        <p:spPr>
          <a:xfrm>
            <a:off x="0" y="5029200"/>
            <a:ext cx="18288000" cy="1905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grid-h-616">
            <a:extLst>
              <a:ext uri="{FF2B5EF4-FFF2-40B4-BE49-F238E27FC236}">
                <a16:creationId xmlns:a16="http://schemas.microsoft.com/office/drawing/2014/main" id="{9F985F21-0346-4F22-81F0-A8C633FA20EC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8288000" cy="1905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grid-h-704">
            <a:extLst>
              <a:ext uri="{FF2B5EF4-FFF2-40B4-BE49-F238E27FC236}">
                <a16:creationId xmlns:a16="http://schemas.microsoft.com/office/drawing/2014/main" id="{EAB0DD94-27E0-40A0-8260-FEB6942B2F6E}"/>
              </a:ext>
            </a:extLst>
          </p:cNvPr>
          <p:cNvSpPr>
            <a:spLocks noGrp="1"/>
          </p:cNvSpPr>
          <p:nvPr/>
        </p:nvSpPr>
        <p:spPr>
          <a:xfrm>
            <a:off x="0" y="6705600"/>
            <a:ext cx="18288000" cy="1905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grid-h-792">
            <a:extLst>
              <a:ext uri="{FF2B5EF4-FFF2-40B4-BE49-F238E27FC236}">
                <a16:creationId xmlns:a16="http://schemas.microsoft.com/office/drawing/2014/main" id="{97E05449-9E6C-411F-A00A-9E7B7F1F33F1}"/>
              </a:ext>
            </a:extLst>
          </p:cNvPr>
          <p:cNvSpPr>
            <a:spLocks noGrp="1"/>
          </p:cNvSpPr>
          <p:nvPr/>
        </p:nvSpPr>
        <p:spPr>
          <a:xfrm>
            <a:off x="0" y="7543800"/>
            <a:ext cx="18288000" cy="1905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grid-h-880">
            <a:extLst>
              <a:ext uri="{FF2B5EF4-FFF2-40B4-BE49-F238E27FC236}">
                <a16:creationId xmlns:a16="http://schemas.microsoft.com/office/drawing/2014/main" id="{3DFD3693-FDAA-4620-9192-22A055549B7C}"/>
              </a:ext>
            </a:extLst>
          </p:cNvPr>
          <p:cNvSpPr>
            <a:spLocks noGrp="1"/>
          </p:cNvSpPr>
          <p:nvPr/>
        </p:nvSpPr>
        <p:spPr>
          <a:xfrm>
            <a:off x="0" y="8382000"/>
            <a:ext cx="18288000" cy="1905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grid-h-968">
            <a:extLst>
              <a:ext uri="{FF2B5EF4-FFF2-40B4-BE49-F238E27FC236}">
                <a16:creationId xmlns:a16="http://schemas.microsoft.com/office/drawing/2014/main" id="{353EBCBC-F5E5-4B13-95C1-E1B495D73657}"/>
              </a:ext>
            </a:extLst>
          </p:cNvPr>
          <p:cNvSpPr>
            <a:spLocks noGrp="1"/>
          </p:cNvSpPr>
          <p:nvPr/>
        </p:nvSpPr>
        <p:spPr>
          <a:xfrm>
            <a:off x="0" y="9220200"/>
            <a:ext cx="18288000" cy="19050"/>
          </a:xfrm>
          <a:prstGeom prst="rect">
            <a:avLst/>
          </a:prstGeom>
          <a:solidFill>
            <a:srgbClr val="252B6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grid-h-1056">
            <a:extLst>
              <a:ext uri="{FF2B5EF4-FFF2-40B4-BE49-F238E27FC236}">
                <a16:creationId xmlns:a16="http://schemas.microsoft.com/office/drawing/2014/main" id="{C256BD2D-9B74-428E-B3DC-3094A154F352}"/>
              </a:ext>
            </a:extLst>
          </p:cNvPr>
          <p:cNvSpPr>
            <a:spLocks noGrp="1"/>
          </p:cNvSpPr>
          <p:nvPr/>
        </p:nvSpPr>
        <p:spPr>
          <a:xfrm>
            <a:off x="0" y="10058400"/>
            <a:ext cx="18288000" cy="19050"/>
          </a:xfrm>
          <a:prstGeom prst="rect">
            <a:avLst/>
          </a:prstGeom>
          <a:solidFill>
            <a:srgbClr val="34407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" name="pixel-plus-0-2">
            <a:extLst>
              <a:ext uri="{FF2B5EF4-FFF2-40B4-BE49-F238E27FC236}">
                <a16:creationId xmlns:a16="http://schemas.microsoft.com/office/drawing/2014/main" id="{A5D571EF-BB14-4B1D-AF4A-761DCD556ED4}"/>
              </a:ext>
            </a:extLst>
          </p:cNvPr>
          <p:cNvSpPr>
            <a:spLocks noGrp="1"/>
          </p:cNvSpPr>
          <p:nvPr/>
        </p:nvSpPr>
        <p:spPr>
          <a:xfrm>
            <a:off x="16459200" y="1066800"/>
            <a:ext cx="133350" cy="13335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9" name="pixel-plus-1-2">
            <a:extLst>
              <a:ext uri="{FF2B5EF4-FFF2-40B4-BE49-F238E27FC236}">
                <a16:creationId xmlns:a16="http://schemas.microsoft.com/office/drawing/2014/main" id="{399943D5-7915-4197-A3DE-A1A9885AA22E}"/>
              </a:ext>
            </a:extLst>
          </p:cNvPr>
          <p:cNvSpPr>
            <a:spLocks noGrp="1"/>
          </p:cNvSpPr>
          <p:nvPr/>
        </p:nvSpPr>
        <p:spPr>
          <a:xfrm>
            <a:off x="16459200" y="1200150"/>
            <a:ext cx="133350" cy="13335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pixel-plus-2-0">
            <a:extLst>
              <a:ext uri="{FF2B5EF4-FFF2-40B4-BE49-F238E27FC236}">
                <a16:creationId xmlns:a16="http://schemas.microsoft.com/office/drawing/2014/main" id="{58B376E9-8408-4CE6-A947-BAD5944E275C}"/>
              </a:ext>
            </a:extLst>
          </p:cNvPr>
          <p:cNvSpPr>
            <a:spLocks noGrp="1"/>
          </p:cNvSpPr>
          <p:nvPr/>
        </p:nvSpPr>
        <p:spPr>
          <a:xfrm>
            <a:off x="16192500" y="1333500"/>
            <a:ext cx="133350" cy="13335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pixel-plus-2-1">
            <a:extLst>
              <a:ext uri="{FF2B5EF4-FFF2-40B4-BE49-F238E27FC236}">
                <a16:creationId xmlns:a16="http://schemas.microsoft.com/office/drawing/2014/main" id="{CC16BAE6-E6D1-45F7-ABF7-F1AC00B51D22}"/>
              </a:ext>
            </a:extLst>
          </p:cNvPr>
          <p:cNvSpPr>
            <a:spLocks noGrp="1"/>
          </p:cNvSpPr>
          <p:nvPr/>
        </p:nvSpPr>
        <p:spPr>
          <a:xfrm>
            <a:off x="16325850" y="1333500"/>
            <a:ext cx="133350" cy="13335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" name="pixel-plus-2-2">
            <a:extLst>
              <a:ext uri="{FF2B5EF4-FFF2-40B4-BE49-F238E27FC236}">
                <a16:creationId xmlns:a16="http://schemas.microsoft.com/office/drawing/2014/main" id="{C33B3C39-D2B0-4B4E-9A11-A9AC42E6A066}"/>
              </a:ext>
            </a:extLst>
          </p:cNvPr>
          <p:cNvSpPr>
            <a:spLocks noGrp="1"/>
          </p:cNvSpPr>
          <p:nvPr/>
        </p:nvSpPr>
        <p:spPr>
          <a:xfrm>
            <a:off x="16459200" y="1333500"/>
            <a:ext cx="133350" cy="13335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3" name="pixel-plus-2-3">
            <a:extLst>
              <a:ext uri="{FF2B5EF4-FFF2-40B4-BE49-F238E27FC236}">
                <a16:creationId xmlns:a16="http://schemas.microsoft.com/office/drawing/2014/main" id="{BC574D9E-CA88-4F7E-8B61-8329D4D010D1}"/>
              </a:ext>
            </a:extLst>
          </p:cNvPr>
          <p:cNvSpPr>
            <a:spLocks noGrp="1"/>
          </p:cNvSpPr>
          <p:nvPr/>
        </p:nvSpPr>
        <p:spPr>
          <a:xfrm>
            <a:off x="16592550" y="1333500"/>
            <a:ext cx="133350" cy="13335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" name="pixel-plus-2-4">
            <a:extLst>
              <a:ext uri="{FF2B5EF4-FFF2-40B4-BE49-F238E27FC236}">
                <a16:creationId xmlns:a16="http://schemas.microsoft.com/office/drawing/2014/main" id="{77CC25A1-853D-4DE5-9916-3F24EA62ABB7}"/>
              </a:ext>
            </a:extLst>
          </p:cNvPr>
          <p:cNvSpPr>
            <a:spLocks noGrp="1"/>
          </p:cNvSpPr>
          <p:nvPr/>
        </p:nvSpPr>
        <p:spPr>
          <a:xfrm>
            <a:off x="16725900" y="1333500"/>
            <a:ext cx="133350" cy="13335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5" name="pixel-plus-3-2">
            <a:extLst>
              <a:ext uri="{FF2B5EF4-FFF2-40B4-BE49-F238E27FC236}">
                <a16:creationId xmlns:a16="http://schemas.microsoft.com/office/drawing/2014/main" id="{48762AFA-EB1B-415C-B6D7-18C5FDBF5D72}"/>
              </a:ext>
            </a:extLst>
          </p:cNvPr>
          <p:cNvSpPr>
            <a:spLocks noGrp="1"/>
          </p:cNvSpPr>
          <p:nvPr/>
        </p:nvSpPr>
        <p:spPr>
          <a:xfrm>
            <a:off x="16459200" y="1466850"/>
            <a:ext cx="133350" cy="13335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6" name="pixel-plus-4-2">
            <a:extLst>
              <a:ext uri="{FF2B5EF4-FFF2-40B4-BE49-F238E27FC236}">
                <a16:creationId xmlns:a16="http://schemas.microsoft.com/office/drawing/2014/main" id="{3E1632B8-B312-49BF-9CE9-FB637D8B8113}"/>
              </a:ext>
            </a:extLst>
          </p:cNvPr>
          <p:cNvSpPr>
            <a:spLocks noGrp="1"/>
          </p:cNvSpPr>
          <p:nvPr/>
        </p:nvSpPr>
        <p:spPr>
          <a:xfrm>
            <a:off x="16459200" y="1600200"/>
            <a:ext cx="133350" cy="13335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7" name="pixel-heart-0-1">
            <a:extLst>
              <a:ext uri="{FF2B5EF4-FFF2-40B4-BE49-F238E27FC236}">
                <a16:creationId xmlns:a16="http://schemas.microsoft.com/office/drawing/2014/main" id="{E087B949-5E3C-4566-B282-B9E8BE939FEF}"/>
              </a:ext>
            </a:extLst>
          </p:cNvPr>
          <p:cNvSpPr>
            <a:spLocks noGrp="1"/>
          </p:cNvSpPr>
          <p:nvPr/>
        </p:nvSpPr>
        <p:spPr>
          <a:xfrm>
            <a:off x="800100" y="85915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8" name="pixel-heart-0-2">
            <a:extLst>
              <a:ext uri="{FF2B5EF4-FFF2-40B4-BE49-F238E27FC236}">
                <a16:creationId xmlns:a16="http://schemas.microsoft.com/office/drawing/2014/main" id="{2E78D6A1-9F48-41B8-82A3-A2E3BD47A1EC}"/>
              </a:ext>
            </a:extLst>
          </p:cNvPr>
          <p:cNvSpPr>
            <a:spLocks noGrp="1"/>
          </p:cNvSpPr>
          <p:nvPr/>
        </p:nvSpPr>
        <p:spPr>
          <a:xfrm>
            <a:off x="914400" y="85915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9" name="pixel-heart-0-4">
            <a:extLst>
              <a:ext uri="{FF2B5EF4-FFF2-40B4-BE49-F238E27FC236}">
                <a16:creationId xmlns:a16="http://schemas.microsoft.com/office/drawing/2014/main" id="{ACCAAC07-75F2-44A7-BFF2-43F7B2272158}"/>
              </a:ext>
            </a:extLst>
          </p:cNvPr>
          <p:cNvSpPr>
            <a:spLocks noGrp="1"/>
          </p:cNvSpPr>
          <p:nvPr/>
        </p:nvSpPr>
        <p:spPr>
          <a:xfrm>
            <a:off x="1143000" y="85915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" name="pixel-heart-0-5">
            <a:extLst>
              <a:ext uri="{FF2B5EF4-FFF2-40B4-BE49-F238E27FC236}">
                <a16:creationId xmlns:a16="http://schemas.microsoft.com/office/drawing/2014/main" id="{DAFD2985-A7D5-40BD-ACF2-D1593DE116D6}"/>
              </a:ext>
            </a:extLst>
          </p:cNvPr>
          <p:cNvSpPr>
            <a:spLocks noGrp="1"/>
          </p:cNvSpPr>
          <p:nvPr/>
        </p:nvSpPr>
        <p:spPr>
          <a:xfrm>
            <a:off x="1257300" y="85915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pixel-heart-1-0">
            <a:extLst>
              <a:ext uri="{FF2B5EF4-FFF2-40B4-BE49-F238E27FC236}">
                <a16:creationId xmlns:a16="http://schemas.microsoft.com/office/drawing/2014/main" id="{D73FB5A0-1808-4A64-843E-CA56B8DC2F77}"/>
              </a:ext>
            </a:extLst>
          </p:cNvPr>
          <p:cNvSpPr>
            <a:spLocks noGrp="1"/>
          </p:cNvSpPr>
          <p:nvPr/>
        </p:nvSpPr>
        <p:spPr>
          <a:xfrm>
            <a:off x="685800" y="87058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" name="pixel-heart-1-1">
            <a:extLst>
              <a:ext uri="{FF2B5EF4-FFF2-40B4-BE49-F238E27FC236}">
                <a16:creationId xmlns:a16="http://schemas.microsoft.com/office/drawing/2014/main" id="{5EBA662D-785D-461B-9245-A0261D486288}"/>
              </a:ext>
            </a:extLst>
          </p:cNvPr>
          <p:cNvSpPr>
            <a:spLocks noGrp="1"/>
          </p:cNvSpPr>
          <p:nvPr/>
        </p:nvSpPr>
        <p:spPr>
          <a:xfrm>
            <a:off x="800100" y="87058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3" name="pixel-heart-1-2">
            <a:extLst>
              <a:ext uri="{FF2B5EF4-FFF2-40B4-BE49-F238E27FC236}">
                <a16:creationId xmlns:a16="http://schemas.microsoft.com/office/drawing/2014/main" id="{17735442-7A6A-47E2-9D71-817403BC3112}"/>
              </a:ext>
            </a:extLst>
          </p:cNvPr>
          <p:cNvSpPr>
            <a:spLocks noGrp="1"/>
          </p:cNvSpPr>
          <p:nvPr/>
        </p:nvSpPr>
        <p:spPr>
          <a:xfrm>
            <a:off x="914400" y="87058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4" name="pixel-heart-1-3">
            <a:extLst>
              <a:ext uri="{FF2B5EF4-FFF2-40B4-BE49-F238E27FC236}">
                <a16:creationId xmlns:a16="http://schemas.microsoft.com/office/drawing/2014/main" id="{21F9CCFB-EA29-4DE8-8C83-1CFB17854FC3}"/>
              </a:ext>
            </a:extLst>
          </p:cNvPr>
          <p:cNvSpPr>
            <a:spLocks noGrp="1"/>
          </p:cNvSpPr>
          <p:nvPr/>
        </p:nvSpPr>
        <p:spPr>
          <a:xfrm>
            <a:off x="1028700" y="87058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5" name="pixel-heart-1-4">
            <a:extLst>
              <a:ext uri="{FF2B5EF4-FFF2-40B4-BE49-F238E27FC236}">
                <a16:creationId xmlns:a16="http://schemas.microsoft.com/office/drawing/2014/main" id="{2DBB79AC-E749-4E6E-A2BE-B83DBD23470F}"/>
              </a:ext>
            </a:extLst>
          </p:cNvPr>
          <p:cNvSpPr>
            <a:spLocks noGrp="1"/>
          </p:cNvSpPr>
          <p:nvPr/>
        </p:nvSpPr>
        <p:spPr>
          <a:xfrm>
            <a:off x="1143000" y="87058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6" name="pixel-heart-1-5">
            <a:extLst>
              <a:ext uri="{FF2B5EF4-FFF2-40B4-BE49-F238E27FC236}">
                <a16:creationId xmlns:a16="http://schemas.microsoft.com/office/drawing/2014/main" id="{7CEA6956-D5AC-4B5A-999B-0B99BCEA8913}"/>
              </a:ext>
            </a:extLst>
          </p:cNvPr>
          <p:cNvSpPr>
            <a:spLocks noGrp="1"/>
          </p:cNvSpPr>
          <p:nvPr/>
        </p:nvSpPr>
        <p:spPr>
          <a:xfrm>
            <a:off x="1257300" y="87058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7" name="pixel-heart-1-6">
            <a:extLst>
              <a:ext uri="{FF2B5EF4-FFF2-40B4-BE49-F238E27FC236}">
                <a16:creationId xmlns:a16="http://schemas.microsoft.com/office/drawing/2014/main" id="{0DE0AC59-2BA2-4F8D-964F-BBF19A6ED65A}"/>
              </a:ext>
            </a:extLst>
          </p:cNvPr>
          <p:cNvSpPr>
            <a:spLocks noGrp="1"/>
          </p:cNvSpPr>
          <p:nvPr/>
        </p:nvSpPr>
        <p:spPr>
          <a:xfrm>
            <a:off x="1371600" y="87058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8" name="pixel-heart-2-0">
            <a:extLst>
              <a:ext uri="{FF2B5EF4-FFF2-40B4-BE49-F238E27FC236}">
                <a16:creationId xmlns:a16="http://schemas.microsoft.com/office/drawing/2014/main" id="{D14D9E0C-8756-4BBB-8BE7-82E929067CBE}"/>
              </a:ext>
            </a:extLst>
          </p:cNvPr>
          <p:cNvSpPr>
            <a:spLocks noGrp="1"/>
          </p:cNvSpPr>
          <p:nvPr/>
        </p:nvSpPr>
        <p:spPr>
          <a:xfrm>
            <a:off x="685800" y="88201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9" name="pixel-heart-2-1">
            <a:extLst>
              <a:ext uri="{FF2B5EF4-FFF2-40B4-BE49-F238E27FC236}">
                <a16:creationId xmlns:a16="http://schemas.microsoft.com/office/drawing/2014/main" id="{5907C579-373D-4837-B0A0-3B993B7D11A2}"/>
              </a:ext>
            </a:extLst>
          </p:cNvPr>
          <p:cNvSpPr>
            <a:spLocks noGrp="1"/>
          </p:cNvSpPr>
          <p:nvPr/>
        </p:nvSpPr>
        <p:spPr>
          <a:xfrm>
            <a:off x="800100" y="88201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" name="pixel-heart-2-2">
            <a:extLst>
              <a:ext uri="{FF2B5EF4-FFF2-40B4-BE49-F238E27FC236}">
                <a16:creationId xmlns:a16="http://schemas.microsoft.com/office/drawing/2014/main" id="{93CD0C8B-A206-443D-BB38-EA61562E39EA}"/>
              </a:ext>
            </a:extLst>
          </p:cNvPr>
          <p:cNvSpPr>
            <a:spLocks noGrp="1"/>
          </p:cNvSpPr>
          <p:nvPr/>
        </p:nvSpPr>
        <p:spPr>
          <a:xfrm>
            <a:off x="914400" y="88201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1" name="pixel-heart-2-3">
            <a:extLst>
              <a:ext uri="{FF2B5EF4-FFF2-40B4-BE49-F238E27FC236}">
                <a16:creationId xmlns:a16="http://schemas.microsoft.com/office/drawing/2014/main" id="{CFBBDB57-AF31-49DB-BC20-BF7A04D1A8DB}"/>
              </a:ext>
            </a:extLst>
          </p:cNvPr>
          <p:cNvSpPr>
            <a:spLocks noGrp="1"/>
          </p:cNvSpPr>
          <p:nvPr/>
        </p:nvSpPr>
        <p:spPr>
          <a:xfrm>
            <a:off x="1028700" y="88201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2" name="pixel-heart-2-4">
            <a:extLst>
              <a:ext uri="{FF2B5EF4-FFF2-40B4-BE49-F238E27FC236}">
                <a16:creationId xmlns:a16="http://schemas.microsoft.com/office/drawing/2014/main" id="{3C490C44-7114-4954-A493-04F111BE2A07}"/>
              </a:ext>
            </a:extLst>
          </p:cNvPr>
          <p:cNvSpPr>
            <a:spLocks noGrp="1"/>
          </p:cNvSpPr>
          <p:nvPr/>
        </p:nvSpPr>
        <p:spPr>
          <a:xfrm>
            <a:off x="1143000" y="88201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3" name="pixel-heart-2-5">
            <a:extLst>
              <a:ext uri="{FF2B5EF4-FFF2-40B4-BE49-F238E27FC236}">
                <a16:creationId xmlns:a16="http://schemas.microsoft.com/office/drawing/2014/main" id="{CFA2FC8A-E675-42D3-A559-30295637E978}"/>
              </a:ext>
            </a:extLst>
          </p:cNvPr>
          <p:cNvSpPr>
            <a:spLocks noGrp="1"/>
          </p:cNvSpPr>
          <p:nvPr/>
        </p:nvSpPr>
        <p:spPr>
          <a:xfrm>
            <a:off x="1257300" y="88201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4" name="pixel-heart-2-6">
            <a:extLst>
              <a:ext uri="{FF2B5EF4-FFF2-40B4-BE49-F238E27FC236}">
                <a16:creationId xmlns:a16="http://schemas.microsoft.com/office/drawing/2014/main" id="{0530B855-D784-4532-8272-6155AB1F018B}"/>
              </a:ext>
            </a:extLst>
          </p:cNvPr>
          <p:cNvSpPr>
            <a:spLocks noGrp="1"/>
          </p:cNvSpPr>
          <p:nvPr/>
        </p:nvSpPr>
        <p:spPr>
          <a:xfrm>
            <a:off x="1371600" y="88201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5" name="pixel-heart-3-1">
            <a:extLst>
              <a:ext uri="{FF2B5EF4-FFF2-40B4-BE49-F238E27FC236}">
                <a16:creationId xmlns:a16="http://schemas.microsoft.com/office/drawing/2014/main" id="{DF7D7318-70CD-41BE-87DF-F90DF383FC9C}"/>
              </a:ext>
            </a:extLst>
          </p:cNvPr>
          <p:cNvSpPr>
            <a:spLocks noGrp="1"/>
          </p:cNvSpPr>
          <p:nvPr/>
        </p:nvSpPr>
        <p:spPr>
          <a:xfrm>
            <a:off x="800100" y="89344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6" name="pixel-heart-3-2">
            <a:extLst>
              <a:ext uri="{FF2B5EF4-FFF2-40B4-BE49-F238E27FC236}">
                <a16:creationId xmlns:a16="http://schemas.microsoft.com/office/drawing/2014/main" id="{F6D1B601-66BB-4BFB-95E0-EC21C80A6470}"/>
              </a:ext>
            </a:extLst>
          </p:cNvPr>
          <p:cNvSpPr>
            <a:spLocks noGrp="1"/>
          </p:cNvSpPr>
          <p:nvPr/>
        </p:nvSpPr>
        <p:spPr>
          <a:xfrm>
            <a:off x="914400" y="89344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7" name="pixel-heart-3-3">
            <a:extLst>
              <a:ext uri="{FF2B5EF4-FFF2-40B4-BE49-F238E27FC236}">
                <a16:creationId xmlns:a16="http://schemas.microsoft.com/office/drawing/2014/main" id="{23C77C33-3B14-4B95-AA77-166A58C08E82}"/>
              </a:ext>
            </a:extLst>
          </p:cNvPr>
          <p:cNvSpPr>
            <a:spLocks noGrp="1"/>
          </p:cNvSpPr>
          <p:nvPr/>
        </p:nvSpPr>
        <p:spPr>
          <a:xfrm>
            <a:off x="1028700" y="89344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8" name="pixel-heart-3-4">
            <a:extLst>
              <a:ext uri="{FF2B5EF4-FFF2-40B4-BE49-F238E27FC236}">
                <a16:creationId xmlns:a16="http://schemas.microsoft.com/office/drawing/2014/main" id="{73CCC74F-7326-4E23-A659-8B012B3B5DF5}"/>
              </a:ext>
            </a:extLst>
          </p:cNvPr>
          <p:cNvSpPr>
            <a:spLocks noGrp="1"/>
          </p:cNvSpPr>
          <p:nvPr/>
        </p:nvSpPr>
        <p:spPr>
          <a:xfrm>
            <a:off x="1143000" y="89344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9" name="pixel-heart-3-5">
            <a:extLst>
              <a:ext uri="{FF2B5EF4-FFF2-40B4-BE49-F238E27FC236}">
                <a16:creationId xmlns:a16="http://schemas.microsoft.com/office/drawing/2014/main" id="{0843773C-2F75-4BC0-ADD6-B1D07277197A}"/>
              </a:ext>
            </a:extLst>
          </p:cNvPr>
          <p:cNvSpPr>
            <a:spLocks noGrp="1"/>
          </p:cNvSpPr>
          <p:nvPr/>
        </p:nvSpPr>
        <p:spPr>
          <a:xfrm>
            <a:off x="1257300" y="89344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0" name="pixel-heart-4-2">
            <a:extLst>
              <a:ext uri="{FF2B5EF4-FFF2-40B4-BE49-F238E27FC236}">
                <a16:creationId xmlns:a16="http://schemas.microsoft.com/office/drawing/2014/main" id="{B7F2DB94-C28C-41D0-ACD2-9349BEC6873D}"/>
              </a:ext>
            </a:extLst>
          </p:cNvPr>
          <p:cNvSpPr>
            <a:spLocks noGrp="1"/>
          </p:cNvSpPr>
          <p:nvPr/>
        </p:nvSpPr>
        <p:spPr>
          <a:xfrm>
            <a:off x="914400" y="90487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1" name="pixel-heart-4-3">
            <a:extLst>
              <a:ext uri="{FF2B5EF4-FFF2-40B4-BE49-F238E27FC236}">
                <a16:creationId xmlns:a16="http://schemas.microsoft.com/office/drawing/2014/main" id="{3B4ED965-0BDE-4DB2-8821-B09D97EBFAED}"/>
              </a:ext>
            </a:extLst>
          </p:cNvPr>
          <p:cNvSpPr>
            <a:spLocks noGrp="1"/>
          </p:cNvSpPr>
          <p:nvPr/>
        </p:nvSpPr>
        <p:spPr>
          <a:xfrm>
            <a:off x="1028700" y="90487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2" name="pixel-heart-4-4">
            <a:extLst>
              <a:ext uri="{FF2B5EF4-FFF2-40B4-BE49-F238E27FC236}">
                <a16:creationId xmlns:a16="http://schemas.microsoft.com/office/drawing/2014/main" id="{A46CACCA-2708-4EC1-8C6A-08B0C1B760CF}"/>
              </a:ext>
            </a:extLst>
          </p:cNvPr>
          <p:cNvSpPr>
            <a:spLocks noGrp="1"/>
          </p:cNvSpPr>
          <p:nvPr/>
        </p:nvSpPr>
        <p:spPr>
          <a:xfrm>
            <a:off x="1143000" y="90487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3" name="pixel-heart-5-3">
            <a:extLst>
              <a:ext uri="{FF2B5EF4-FFF2-40B4-BE49-F238E27FC236}">
                <a16:creationId xmlns:a16="http://schemas.microsoft.com/office/drawing/2014/main" id="{6CCE3A08-D554-4035-B630-09EB107B4016}"/>
              </a:ext>
            </a:extLst>
          </p:cNvPr>
          <p:cNvSpPr>
            <a:spLocks noGrp="1"/>
          </p:cNvSpPr>
          <p:nvPr/>
        </p:nvSpPr>
        <p:spPr>
          <a:xfrm>
            <a:off x="1028700" y="9163050"/>
            <a:ext cx="114300" cy="1143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4" name="pixel-arrow-0-2">
            <a:extLst>
              <a:ext uri="{FF2B5EF4-FFF2-40B4-BE49-F238E27FC236}">
                <a16:creationId xmlns:a16="http://schemas.microsoft.com/office/drawing/2014/main" id="{4721A00A-7FC6-45CE-A5C3-DE994626649B}"/>
              </a:ext>
            </a:extLst>
          </p:cNvPr>
          <p:cNvSpPr>
            <a:spLocks noGrp="1"/>
          </p:cNvSpPr>
          <p:nvPr/>
        </p:nvSpPr>
        <p:spPr>
          <a:xfrm>
            <a:off x="16516350" y="8553450"/>
            <a:ext cx="114300" cy="11430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5" name="pixel-arrow-1-2">
            <a:extLst>
              <a:ext uri="{FF2B5EF4-FFF2-40B4-BE49-F238E27FC236}">
                <a16:creationId xmlns:a16="http://schemas.microsoft.com/office/drawing/2014/main" id="{68D80918-F8BC-4672-976F-10204E8D3805}"/>
              </a:ext>
            </a:extLst>
          </p:cNvPr>
          <p:cNvSpPr>
            <a:spLocks noGrp="1"/>
          </p:cNvSpPr>
          <p:nvPr/>
        </p:nvSpPr>
        <p:spPr>
          <a:xfrm>
            <a:off x="16516350" y="8667750"/>
            <a:ext cx="114300" cy="11430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6" name="pixel-arrow-1-3">
            <a:extLst>
              <a:ext uri="{FF2B5EF4-FFF2-40B4-BE49-F238E27FC236}">
                <a16:creationId xmlns:a16="http://schemas.microsoft.com/office/drawing/2014/main" id="{BC555748-B7FE-4720-B23D-35657E384A4F}"/>
              </a:ext>
            </a:extLst>
          </p:cNvPr>
          <p:cNvSpPr>
            <a:spLocks noGrp="1"/>
          </p:cNvSpPr>
          <p:nvPr/>
        </p:nvSpPr>
        <p:spPr>
          <a:xfrm>
            <a:off x="16630650" y="8667750"/>
            <a:ext cx="114300" cy="11430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7" name="pixel-arrow-2-0">
            <a:extLst>
              <a:ext uri="{FF2B5EF4-FFF2-40B4-BE49-F238E27FC236}">
                <a16:creationId xmlns:a16="http://schemas.microsoft.com/office/drawing/2014/main" id="{A6D3A30A-95C8-4544-9D44-10250A790622}"/>
              </a:ext>
            </a:extLst>
          </p:cNvPr>
          <p:cNvSpPr>
            <a:spLocks noGrp="1"/>
          </p:cNvSpPr>
          <p:nvPr/>
        </p:nvSpPr>
        <p:spPr>
          <a:xfrm>
            <a:off x="16287750" y="8782050"/>
            <a:ext cx="114300" cy="11430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8" name="pixel-arrow-2-1">
            <a:extLst>
              <a:ext uri="{FF2B5EF4-FFF2-40B4-BE49-F238E27FC236}">
                <a16:creationId xmlns:a16="http://schemas.microsoft.com/office/drawing/2014/main" id="{629CCE97-2F53-414D-94A3-7164E7DF91E8}"/>
              </a:ext>
            </a:extLst>
          </p:cNvPr>
          <p:cNvSpPr>
            <a:spLocks noGrp="1"/>
          </p:cNvSpPr>
          <p:nvPr/>
        </p:nvSpPr>
        <p:spPr>
          <a:xfrm>
            <a:off x="16402050" y="8782050"/>
            <a:ext cx="114300" cy="11430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9" name="pixel-arrow-2-2">
            <a:extLst>
              <a:ext uri="{FF2B5EF4-FFF2-40B4-BE49-F238E27FC236}">
                <a16:creationId xmlns:a16="http://schemas.microsoft.com/office/drawing/2014/main" id="{E52D5D97-9A24-43A4-8003-9A39E5465864}"/>
              </a:ext>
            </a:extLst>
          </p:cNvPr>
          <p:cNvSpPr>
            <a:spLocks noGrp="1"/>
          </p:cNvSpPr>
          <p:nvPr/>
        </p:nvSpPr>
        <p:spPr>
          <a:xfrm>
            <a:off x="16516350" y="8782050"/>
            <a:ext cx="114300" cy="11430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0" name="pixel-arrow-2-3">
            <a:extLst>
              <a:ext uri="{FF2B5EF4-FFF2-40B4-BE49-F238E27FC236}">
                <a16:creationId xmlns:a16="http://schemas.microsoft.com/office/drawing/2014/main" id="{1F296A8B-B050-42D9-9A48-1390BB765741}"/>
              </a:ext>
            </a:extLst>
          </p:cNvPr>
          <p:cNvSpPr>
            <a:spLocks noGrp="1"/>
          </p:cNvSpPr>
          <p:nvPr/>
        </p:nvSpPr>
        <p:spPr>
          <a:xfrm>
            <a:off x="16630650" y="8782050"/>
            <a:ext cx="114300" cy="11430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1" name="pixel-arrow-2-4">
            <a:extLst>
              <a:ext uri="{FF2B5EF4-FFF2-40B4-BE49-F238E27FC236}">
                <a16:creationId xmlns:a16="http://schemas.microsoft.com/office/drawing/2014/main" id="{8FDDDF62-6F62-4CA8-9A67-25F16DA3DCF0}"/>
              </a:ext>
            </a:extLst>
          </p:cNvPr>
          <p:cNvSpPr>
            <a:spLocks noGrp="1"/>
          </p:cNvSpPr>
          <p:nvPr/>
        </p:nvSpPr>
        <p:spPr>
          <a:xfrm>
            <a:off x="16744950" y="8782050"/>
            <a:ext cx="114300" cy="11430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2" name="pixel-arrow-3-2">
            <a:extLst>
              <a:ext uri="{FF2B5EF4-FFF2-40B4-BE49-F238E27FC236}">
                <a16:creationId xmlns:a16="http://schemas.microsoft.com/office/drawing/2014/main" id="{BA2B7F9E-1DB6-4091-97E7-FCE86DEC8E6A}"/>
              </a:ext>
            </a:extLst>
          </p:cNvPr>
          <p:cNvSpPr>
            <a:spLocks noGrp="1"/>
          </p:cNvSpPr>
          <p:nvPr/>
        </p:nvSpPr>
        <p:spPr>
          <a:xfrm>
            <a:off x="16516350" y="8896350"/>
            <a:ext cx="114300" cy="11430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3" name="pixel-arrow-3-3">
            <a:extLst>
              <a:ext uri="{FF2B5EF4-FFF2-40B4-BE49-F238E27FC236}">
                <a16:creationId xmlns:a16="http://schemas.microsoft.com/office/drawing/2014/main" id="{E481AF58-8F06-4372-87A9-31D50B7DCBA0}"/>
              </a:ext>
            </a:extLst>
          </p:cNvPr>
          <p:cNvSpPr>
            <a:spLocks noGrp="1"/>
          </p:cNvSpPr>
          <p:nvPr/>
        </p:nvSpPr>
        <p:spPr>
          <a:xfrm>
            <a:off x="16630650" y="8896350"/>
            <a:ext cx="114300" cy="11430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4" name="pixel-arrow-4-2">
            <a:extLst>
              <a:ext uri="{FF2B5EF4-FFF2-40B4-BE49-F238E27FC236}">
                <a16:creationId xmlns:a16="http://schemas.microsoft.com/office/drawing/2014/main" id="{7028154C-2D47-495A-AB81-B4C7A7564CCC}"/>
              </a:ext>
            </a:extLst>
          </p:cNvPr>
          <p:cNvSpPr>
            <a:spLocks noGrp="1"/>
          </p:cNvSpPr>
          <p:nvPr/>
        </p:nvSpPr>
        <p:spPr>
          <a:xfrm>
            <a:off x="16516350" y="9010650"/>
            <a:ext cx="114300" cy="11430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5" name="footer-context">
            <a:extLst>
              <a:ext uri="{FF2B5EF4-FFF2-40B4-BE49-F238E27FC236}">
                <a16:creationId xmlns:a16="http://schemas.microsoft.com/office/drawing/2014/main" id="{62BC32E8-B775-476D-AAEE-54C6CF4E34CA}"/>
              </a:ext>
            </a:extLst>
          </p:cNvPr>
          <p:cNvSpPr>
            <a:spLocks noGrp="1"/>
          </p:cNvSpPr>
          <p:nvPr/>
        </p:nvSpPr>
        <p:spPr>
          <a:xfrm>
            <a:off x="895350" y="400050"/>
            <a:ext cx="7239000" cy="3429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350" b="0">
                <a:solidFill>
                  <a:srgbClr val="C9C6E8"/>
                </a:solidFill>
                <a:latin typeface="Consolas"/>
                <a:ea typeface="Consolas"/>
                <a:cs typeface="Consolas"/>
              </a:defRPr>
            </a:pPr>
            <a:r>
              <a:t>7 ATE 9 | CSE 110 | SPRINT 1 INTERVIEW</a:t>
            </a:r>
          </a:p>
        </p:txBody>
      </p:sp>
      <p:sp>
        <p:nvSpPr>
          <p:cNvPr id="86" name="slide-number">
            <a:extLst>
              <a:ext uri="{FF2B5EF4-FFF2-40B4-BE49-F238E27FC236}">
                <a16:creationId xmlns:a16="http://schemas.microsoft.com/office/drawing/2014/main" id="{03F79153-D591-4EC0-9D84-196DD564B000}"/>
              </a:ext>
            </a:extLst>
          </p:cNvPr>
          <p:cNvSpPr>
            <a:spLocks noGrp="1"/>
          </p:cNvSpPr>
          <p:nvPr/>
        </p:nvSpPr>
        <p:spPr>
          <a:xfrm>
            <a:off x="16821150" y="400050"/>
            <a:ext cx="7048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r">
              <a:defRPr sz="1500" b="1">
                <a:solidFill>
                  <a:srgbClr val="B111FF"/>
                </a:solidFill>
                <a:latin typeface="Consolas"/>
                <a:ea typeface="Consolas"/>
                <a:cs typeface="Consolas"/>
              </a:defRPr>
            </a:pPr>
            <a:r>
              <a:t>04</a:t>
            </a:r>
          </a:p>
        </p:txBody>
      </p:sp>
      <p:sp>
        <p:nvSpPr>
          <p:cNvPr id="87" name="slide-title">
            <a:extLst>
              <a:ext uri="{FF2B5EF4-FFF2-40B4-BE49-F238E27FC236}">
                <a16:creationId xmlns:a16="http://schemas.microsoft.com/office/drawing/2014/main" id="{56EE76B8-9375-420B-867B-3970ECAB06A5}"/>
              </a:ext>
            </a:extLst>
          </p:cNvPr>
          <p:cNvSpPr>
            <a:spLocks noGrp="1"/>
          </p:cNvSpPr>
          <p:nvPr/>
        </p:nvSpPr>
        <p:spPr>
          <a:xfrm>
            <a:off x="895350" y="914400"/>
            <a:ext cx="11049000" cy="8191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4050" b="1">
                <a:solidFill>
                  <a:srgbClr val="F6F3FF"/>
                </a:solidFill>
                <a:latin typeface="Bahnschrift"/>
                <a:ea typeface="Bahnschrift"/>
                <a:cs typeface="Bahnschrift"/>
              </a:defRPr>
            </a:pPr>
            <a:r>
              <a:t>Questions We Want to Clarify</a:t>
            </a:r>
          </a:p>
        </p:txBody>
      </p:sp>
      <p:sp>
        <p:nvSpPr>
          <p:cNvPr id="88" name="slide-subtitle">
            <a:extLst>
              <a:ext uri="{FF2B5EF4-FFF2-40B4-BE49-F238E27FC236}">
                <a16:creationId xmlns:a16="http://schemas.microsoft.com/office/drawing/2014/main" id="{56D9A7C4-4310-4539-8F01-F5B45C1DD4BF}"/>
              </a:ext>
            </a:extLst>
          </p:cNvPr>
          <p:cNvSpPr>
            <a:spLocks noGrp="1"/>
          </p:cNvSpPr>
          <p:nvPr/>
        </p:nvSpPr>
        <p:spPr>
          <a:xfrm>
            <a:off x="933450" y="1657350"/>
            <a:ext cx="933450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1650" b="0">
                <a:solidFill>
                  <a:srgbClr val="C9C6E8"/>
                </a:solidFill>
                <a:latin typeface="Aptos"/>
                <a:ea typeface="Aptos"/>
                <a:cs typeface="Aptos"/>
              </a:defRPr>
            </a:pPr>
            <a:r>
              <a:rPr dirty="0"/>
              <a:t>Stakeholder interview prompts for Professor</a:t>
            </a:r>
            <a:r>
              <a:rPr lang="en-US" dirty="0"/>
              <a:t> Powell</a:t>
            </a:r>
            <a:r>
              <a:rPr dirty="0"/>
              <a:t> and mentor TA</a:t>
            </a:r>
            <a:r>
              <a:rPr lang="en-US" dirty="0"/>
              <a:t> Audria</a:t>
            </a:r>
            <a:endParaRPr dirty="0"/>
          </a:p>
        </p:txBody>
      </p:sp>
      <p:sp>
        <p:nvSpPr>
          <p:cNvPr id="89" name="title-rule">
            <a:extLst>
              <a:ext uri="{FF2B5EF4-FFF2-40B4-BE49-F238E27FC236}">
                <a16:creationId xmlns:a16="http://schemas.microsoft.com/office/drawing/2014/main" id="{232341C3-1DAE-4E3B-BA1E-C49CAF7C7C7C}"/>
              </a:ext>
            </a:extLst>
          </p:cNvPr>
          <p:cNvSpPr>
            <a:spLocks noGrp="1"/>
          </p:cNvSpPr>
          <p:nvPr/>
        </p:nvSpPr>
        <p:spPr>
          <a:xfrm>
            <a:off x="914400" y="2133600"/>
            <a:ext cx="2190750" cy="47625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90" name="Picture 8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539913" y="742950"/>
            <a:ext cx="2200275" cy="1466850"/>
          </a:xfrm>
          <a:prstGeom prst="roundRect">
            <a:avLst/>
          </a:prstGeom>
        </p:spPr>
      </p:pic>
      <p:sp>
        <p:nvSpPr>
          <p:cNvPr id="91" name="big-question-mark">
            <a:extLst>
              <a:ext uri="{FF2B5EF4-FFF2-40B4-BE49-F238E27FC236}">
                <a16:creationId xmlns:a16="http://schemas.microsoft.com/office/drawing/2014/main" id="{079D63E6-5BDF-4ADA-B48C-3E3733CAE3F6}"/>
              </a:ext>
            </a:extLst>
          </p:cNvPr>
          <p:cNvSpPr>
            <a:spLocks noGrp="1"/>
          </p:cNvSpPr>
          <p:nvPr/>
        </p:nvSpPr>
        <p:spPr>
          <a:xfrm>
            <a:off x="1910531" y="2971800"/>
            <a:ext cx="2952750" cy="3429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8000" b="1">
                <a:solidFill>
                  <a:srgbClr val="B111FF"/>
                </a:solidFill>
                <a:latin typeface="Bahnschrift"/>
                <a:ea typeface="Bahnschrift"/>
                <a:cs typeface="Bahnschrift"/>
              </a:defRPr>
            </a:pPr>
            <a:r>
              <a:rPr dirty="0"/>
              <a:t>?</a:t>
            </a:r>
          </a:p>
        </p:txBody>
      </p:sp>
      <p:sp>
        <p:nvSpPr>
          <p:cNvPr id="92" name="question-note">
            <a:extLst>
              <a:ext uri="{FF2B5EF4-FFF2-40B4-BE49-F238E27FC236}">
                <a16:creationId xmlns:a16="http://schemas.microsoft.com/office/drawing/2014/main" id="{FD7DA61D-FDD3-4447-A0FE-21F4F0BD0E0C}"/>
              </a:ext>
            </a:extLst>
          </p:cNvPr>
          <p:cNvSpPr>
            <a:spLocks noGrp="1"/>
          </p:cNvSpPr>
          <p:nvPr/>
        </p:nvSpPr>
        <p:spPr>
          <a:xfrm>
            <a:off x="1047750" y="6343650"/>
            <a:ext cx="4762500" cy="8763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ctr">
              <a:defRPr sz="2250" b="0">
                <a:solidFill>
                  <a:srgbClr val="C9C6E8"/>
                </a:solidFill>
                <a:latin typeface="Aptos"/>
                <a:ea typeface="Aptos"/>
                <a:cs typeface="Aptos"/>
              </a:defRPr>
            </a:pPr>
            <a:r>
              <a:t>Use these to lock the MVP direction before we build too much.</a:t>
            </a:r>
          </a:p>
        </p:txBody>
      </p:sp>
      <p:sp>
        <p:nvSpPr>
          <p:cNvPr id="93" name="question-number-0">
            <a:extLst>
              <a:ext uri="{FF2B5EF4-FFF2-40B4-BE49-F238E27FC236}">
                <a16:creationId xmlns:a16="http://schemas.microsoft.com/office/drawing/2014/main" id="{1DD448E4-AAEF-44F1-80A9-C6E7252BE0BF}"/>
              </a:ext>
            </a:extLst>
          </p:cNvPr>
          <p:cNvSpPr>
            <a:spLocks noGrp="1"/>
          </p:cNvSpPr>
          <p:nvPr/>
        </p:nvSpPr>
        <p:spPr>
          <a:xfrm>
            <a:off x="6381750" y="3028950"/>
            <a:ext cx="762000" cy="4191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r">
              <a:defRPr sz="2250" b="1">
                <a:solidFill>
                  <a:srgbClr val="FF3328"/>
                </a:solidFill>
                <a:latin typeface="Consolas"/>
                <a:ea typeface="Consolas"/>
                <a:cs typeface="Consolas"/>
              </a:defRPr>
            </a:pPr>
            <a:r>
              <a:t>01</a:t>
            </a:r>
          </a:p>
        </p:txBody>
      </p:sp>
      <p:sp>
        <p:nvSpPr>
          <p:cNvPr id="94" name="question-rule-0">
            <a:extLst>
              <a:ext uri="{FF2B5EF4-FFF2-40B4-BE49-F238E27FC236}">
                <a16:creationId xmlns:a16="http://schemas.microsoft.com/office/drawing/2014/main" id="{97E616A8-197F-4643-A2DE-0C06227137F4}"/>
              </a:ext>
            </a:extLst>
          </p:cNvPr>
          <p:cNvSpPr>
            <a:spLocks noGrp="1"/>
          </p:cNvSpPr>
          <p:nvPr/>
        </p:nvSpPr>
        <p:spPr>
          <a:xfrm>
            <a:off x="7410450" y="3200400"/>
            <a:ext cx="514350" cy="38100"/>
          </a:xfrm>
          <a:prstGeom prst="rect">
            <a:avLst/>
          </a:prstGeom>
          <a:solidFill>
            <a:srgbClr val="FF332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5" name="question-0">
            <a:extLst>
              <a:ext uri="{FF2B5EF4-FFF2-40B4-BE49-F238E27FC236}">
                <a16:creationId xmlns:a16="http://schemas.microsoft.com/office/drawing/2014/main" id="{789CD27E-297E-4154-8252-ABCACC50DF02}"/>
              </a:ext>
            </a:extLst>
          </p:cNvPr>
          <p:cNvSpPr>
            <a:spLocks noGrp="1"/>
          </p:cNvSpPr>
          <p:nvPr/>
        </p:nvSpPr>
        <p:spPr>
          <a:xfrm>
            <a:off x="8172450" y="2990850"/>
            <a:ext cx="7429500" cy="6667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2325" b="0">
                <a:solidFill>
                  <a:srgbClr val="F6F3FF"/>
                </a:solidFill>
                <a:latin typeface="Aptos"/>
                <a:ea typeface="Aptos"/>
                <a:cs typeface="Aptos"/>
              </a:defRPr>
            </a:pPr>
            <a:r>
              <a:t>Is our interpretation of WatchTower correct?</a:t>
            </a:r>
          </a:p>
        </p:txBody>
      </p:sp>
      <p:sp>
        <p:nvSpPr>
          <p:cNvPr id="96" name="question-number-1">
            <a:extLst>
              <a:ext uri="{FF2B5EF4-FFF2-40B4-BE49-F238E27FC236}">
                <a16:creationId xmlns:a16="http://schemas.microsoft.com/office/drawing/2014/main" id="{70F2DF8F-208B-4478-954A-A2A05BE7C568}"/>
              </a:ext>
            </a:extLst>
          </p:cNvPr>
          <p:cNvSpPr>
            <a:spLocks noGrp="1"/>
          </p:cNvSpPr>
          <p:nvPr/>
        </p:nvSpPr>
        <p:spPr>
          <a:xfrm>
            <a:off x="6381750" y="4095750"/>
            <a:ext cx="762000" cy="4191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r">
              <a:defRPr sz="2250" b="1">
                <a:solidFill>
                  <a:srgbClr val="FFB000"/>
                </a:solidFill>
                <a:latin typeface="Consolas"/>
                <a:ea typeface="Consolas"/>
                <a:cs typeface="Consolas"/>
              </a:defRPr>
            </a:pPr>
            <a:r>
              <a:t>02</a:t>
            </a:r>
          </a:p>
        </p:txBody>
      </p:sp>
      <p:sp>
        <p:nvSpPr>
          <p:cNvPr id="97" name="question-rule-1">
            <a:extLst>
              <a:ext uri="{FF2B5EF4-FFF2-40B4-BE49-F238E27FC236}">
                <a16:creationId xmlns:a16="http://schemas.microsoft.com/office/drawing/2014/main" id="{9ACF7074-084A-4943-9FB9-5FB1E4A3A3C7}"/>
              </a:ext>
            </a:extLst>
          </p:cNvPr>
          <p:cNvSpPr>
            <a:spLocks noGrp="1"/>
          </p:cNvSpPr>
          <p:nvPr/>
        </p:nvSpPr>
        <p:spPr>
          <a:xfrm>
            <a:off x="7410450" y="4267200"/>
            <a:ext cx="514350" cy="38100"/>
          </a:xfrm>
          <a:prstGeom prst="rect">
            <a:avLst/>
          </a:prstGeom>
          <a:solidFill>
            <a:srgbClr val="FFB000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8" name="question-1">
            <a:extLst>
              <a:ext uri="{FF2B5EF4-FFF2-40B4-BE49-F238E27FC236}">
                <a16:creationId xmlns:a16="http://schemas.microsoft.com/office/drawing/2014/main" id="{278370E1-5099-4409-8679-7268249FF530}"/>
              </a:ext>
            </a:extLst>
          </p:cNvPr>
          <p:cNvSpPr>
            <a:spLocks noGrp="1"/>
          </p:cNvSpPr>
          <p:nvPr/>
        </p:nvSpPr>
        <p:spPr>
          <a:xfrm>
            <a:off x="8172450" y="4057650"/>
            <a:ext cx="7429500" cy="6667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2325" b="0">
                <a:solidFill>
                  <a:srgbClr val="F6F3FF"/>
                </a:solidFill>
                <a:latin typeface="Aptos"/>
                <a:ea typeface="Aptos"/>
                <a:cs typeface="Aptos"/>
              </a:defRPr>
            </a:pPr>
            <a:r>
              <a:t>Which features should be highest priority for the MVP?</a:t>
            </a:r>
          </a:p>
        </p:txBody>
      </p:sp>
      <p:sp>
        <p:nvSpPr>
          <p:cNvPr id="99" name="question-number-2">
            <a:extLst>
              <a:ext uri="{FF2B5EF4-FFF2-40B4-BE49-F238E27FC236}">
                <a16:creationId xmlns:a16="http://schemas.microsoft.com/office/drawing/2014/main" id="{4827EB6C-C041-4EB1-ABF3-8C602683025B}"/>
              </a:ext>
            </a:extLst>
          </p:cNvPr>
          <p:cNvSpPr>
            <a:spLocks noGrp="1"/>
          </p:cNvSpPr>
          <p:nvPr/>
        </p:nvSpPr>
        <p:spPr>
          <a:xfrm>
            <a:off x="6381750" y="5162550"/>
            <a:ext cx="762000" cy="4191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r">
              <a:defRPr sz="2250" b="1">
                <a:solidFill>
                  <a:srgbClr val="6EE000"/>
                </a:solidFill>
                <a:latin typeface="Consolas"/>
                <a:ea typeface="Consolas"/>
                <a:cs typeface="Consolas"/>
              </a:defRPr>
            </a:pPr>
            <a:r>
              <a:t>03</a:t>
            </a:r>
          </a:p>
        </p:txBody>
      </p:sp>
      <p:sp>
        <p:nvSpPr>
          <p:cNvPr id="100" name="question-rule-2">
            <a:extLst>
              <a:ext uri="{FF2B5EF4-FFF2-40B4-BE49-F238E27FC236}">
                <a16:creationId xmlns:a16="http://schemas.microsoft.com/office/drawing/2014/main" id="{1E71B42A-272A-4BA7-B914-3E1347CB53F8}"/>
              </a:ext>
            </a:extLst>
          </p:cNvPr>
          <p:cNvSpPr>
            <a:spLocks noGrp="1"/>
          </p:cNvSpPr>
          <p:nvPr/>
        </p:nvSpPr>
        <p:spPr>
          <a:xfrm>
            <a:off x="7410450" y="5334000"/>
            <a:ext cx="514350" cy="38100"/>
          </a:xfrm>
          <a:prstGeom prst="rect">
            <a:avLst/>
          </a:prstGeom>
          <a:solidFill>
            <a:srgbClr val="6EE000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question-2">
            <a:extLst>
              <a:ext uri="{FF2B5EF4-FFF2-40B4-BE49-F238E27FC236}">
                <a16:creationId xmlns:a16="http://schemas.microsoft.com/office/drawing/2014/main" id="{F765554F-028A-4DEC-BC0A-E52CD42E87E7}"/>
              </a:ext>
            </a:extLst>
          </p:cNvPr>
          <p:cNvSpPr>
            <a:spLocks noGrp="1"/>
          </p:cNvSpPr>
          <p:nvPr/>
        </p:nvSpPr>
        <p:spPr>
          <a:xfrm>
            <a:off x="8172450" y="5124450"/>
            <a:ext cx="7429500" cy="6667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2325" b="0">
                <a:solidFill>
                  <a:srgbClr val="F6F3FF"/>
                </a:solidFill>
                <a:latin typeface="Aptos"/>
                <a:ea typeface="Aptos"/>
                <a:cs typeface="Aptos"/>
              </a:defRPr>
            </a:pPr>
            <a:r>
              <a:t>Should the final demo use mock data or real collector events?</a:t>
            </a:r>
          </a:p>
        </p:txBody>
      </p:sp>
      <p:sp>
        <p:nvSpPr>
          <p:cNvPr id="102" name="question-number-3">
            <a:extLst>
              <a:ext uri="{FF2B5EF4-FFF2-40B4-BE49-F238E27FC236}">
                <a16:creationId xmlns:a16="http://schemas.microsoft.com/office/drawing/2014/main" id="{CFF8A2E1-4BE2-464F-A7D8-B21F5ABF8130}"/>
              </a:ext>
            </a:extLst>
          </p:cNvPr>
          <p:cNvSpPr>
            <a:spLocks noGrp="1"/>
          </p:cNvSpPr>
          <p:nvPr/>
        </p:nvSpPr>
        <p:spPr>
          <a:xfrm>
            <a:off x="6381750" y="6229350"/>
            <a:ext cx="762000" cy="4191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r">
              <a:defRPr sz="2250" b="1">
                <a:solidFill>
                  <a:srgbClr val="249CFF"/>
                </a:solidFill>
                <a:latin typeface="Consolas"/>
                <a:ea typeface="Consolas"/>
                <a:cs typeface="Consolas"/>
              </a:defRPr>
            </a:pPr>
            <a:r>
              <a:t>04</a:t>
            </a:r>
          </a:p>
        </p:txBody>
      </p:sp>
      <p:sp>
        <p:nvSpPr>
          <p:cNvPr id="103" name="question-rule-3">
            <a:extLst>
              <a:ext uri="{FF2B5EF4-FFF2-40B4-BE49-F238E27FC236}">
                <a16:creationId xmlns:a16="http://schemas.microsoft.com/office/drawing/2014/main" id="{CD47DB2E-6579-46A6-AEC4-2B36A990FE44}"/>
              </a:ext>
            </a:extLst>
          </p:cNvPr>
          <p:cNvSpPr>
            <a:spLocks noGrp="1"/>
          </p:cNvSpPr>
          <p:nvPr/>
        </p:nvSpPr>
        <p:spPr>
          <a:xfrm>
            <a:off x="7410450" y="6400800"/>
            <a:ext cx="514350" cy="38100"/>
          </a:xfrm>
          <a:prstGeom prst="rect">
            <a:avLst/>
          </a:prstGeom>
          <a:solidFill>
            <a:srgbClr val="249C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4" name="question-3">
            <a:extLst>
              <a:ext uri="{FF2B5EF4-FFF2-40B4-BE49-F238E27FC236}">
                <a16:creationId xmlns:a16="http://schemas.microsoft.com/office/drawing/2014/main" id="{1A4087BB-E721-44C3-BF3E-442269688360}"/>
              </a:ext>
            </a:extLst>
          </p:cNvPr>
          <p:cNvSpPr>
            <a:spLocks noGrp="1"/>
          </p:cNvSpPr>
          <p:nvPr/>
        </p:nvSpPr>
        <p:spPr>
          <a:xfrm>
            <a:off x="8172450" y="6191250"/>
            <a:ext cx="7429500" cy="6667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2325" b="0">
                <a:solidFill>
                  <a:srgbClr val="F6F3FF"/>
                </a:solidFill>
                <a:latin typeface="Aptos"/>
                <a:ea typeface="Aptos"/>
                <a:cs typeface="Aptos"/>
              </a:defRPr>
            </a:pPr>
            <a:r>
              <a:t>What should the dashboard show first?</a:t>
            </a:r>
          </a:p>
        </p:txBody>
      </p:sp>
      <p:sp>
        <p:nvSpPr>
          <p:cNvPr id="105" name="question-number-4">
            <a:extLst>
              <a:ext uri="{FF2B5EF4-FFF2-40B4-BE49-F238E27FC236}">
                <a16:creationId xmlns:a16="http://schemas.microsoft.com/office/drawing/2014/main" id="{27CC0007-4881-4ADA-919C-6430EB92B3EC}"/>
              </a:ext>
            </a:extLst>
          </p:cNvPr>
          <p:cNvSpPr>
            <a:spLocks noGrp="1"/>
          </p:cNvSpPr>
          <p:nvPr/>
        </p:nvSpPr>
        <p:spPr>
          <a:xfrm>
            <a:off x="6381750" y="7296150"/>
            <a:ext cx="762000" cy="4191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r">
              <a:defRPr sz="2250" b="1">
                <a:solidFill>
                  <a:srgbClr val="B111FF"/>
                </a:solidFill>
                <a:latin typeface="Consolas"/>
                <a:ea typeface="Consolas"/>
                <a:cs typeface="Consolas"/>
              </a:defRPr>
            </a:pPr>
            <a:r>
              <a:t>05</a:t>
            </a:r>
          </a:p>
        </p:txBody>
      </p:sp>
      <p:sp>
        <p:nvSpPr>
          <p:cNvPr id="106" name="question-rule-4">
            <a:extLst>
              <a:ext uri="{FF2B5EF4-FFF2-40B4-BE49-F238E27FC236}">
                <a16:creationId xmlns:a16="http://schemas.microsoft.com/office/drawing/2014/main" id="{92D5E774-6207-4ECD-A415-03AF7465E963}"/>
              </a:ext>
            </a:extLst>
          </p:cNvPr>
          <p:cNvSpPr>
            <a:spLocks noGrp="1"/>
          </p:cNvSpPr>
          <p:nvPr/>
        </p:nvSpPr>
        <p:spPr>
          <a:xfrm>
            <a:off x="7410450" y="7467600"/>
            <a:ext cx="514350" cy="38100"/>
          </a:xfrm>
          <a:prstGeom prst="rect">
            <a:avLst/>
          </a:prstGeom>
          <a:solidFill>
            <a:srgbClr val="B111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7" name="question-4">
            <a:extLst>
              <a:ext uri="{FF2B5EF4-FFF2-40B4-BE49-F238E27FC236}">
                <a16:creationId xmlns:a16="http://schemas.microsoft.com/office/drawing/2014/main" id="{8D14DEE2-6CDE-44AD-999D-7034648F28F8}"/>
              </a:ext>
            </a:extLst>
          </p:cNvPr>
          <p:cNvSpPr>
            <a:spLocks noGrp="1"/>
          </p:cNvSpPr>
          <p:nvPr/>
        </p:nvSpPr>
        <p:spPr>
          <a:xfrm>
            <a:off x="8172450" y="7258050"/>
            <a:ext cx="7429500" cy="6667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anchor="t"/>
          <a:lstStyle/>
          <a:p>
            <a:pPr algn="l">
              <a:defRPr sz="2325" b="0">
                <a:solidFill>
                  <a:srgbClr val="F6F3FF"/>
                </a:solidFill>
                <a:latin typeface="Aptos"/>
                <a:ea typeface="Aptos"/>
                <a:cs typeface="Aptos"/>
              </a:defRPr>
            </a:pPr>
            <a:r>
              <a:t>What features should we avoid because they are too complex?</a:t>
            </a:r>
          </a:p>
        </p:txBody>
      </p:sp>
    </p:spTree>
    <p:extLst>
      <p:ext uri="{BB962C8B-B14F-4D97-AF65-F5344CB8AC3E}">
        <p14:creationId xmlns:p14="http://schemas.microsoft.com/office/powerpoint/2010/main" val="35078658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421</Words>
  <Application>Microsoft Office PowerPoint</Application>
  <DocSecurity>0</DocSecurity>
  <PresentationFormat>Custom</PresentationFormat>
  <Paragraphs>75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Yang Bie</cp:lastModifiedBy>
  <cp:revision>1</cp:revision>
  <dcterms:created xsi:type="dcterms:W3CDTF">2026-05-05T04:52:47Z</dcterms:created>
  <dcterms:modified xsi:type="dcterms:W3CDTF">2026-05-05T05:52:52Z</dcterms:modified>
</cp:coreProperties>
</file>